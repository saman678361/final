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  <p:sldMasterId id="2147483649" r:id="rId2"/>
  </p:sldMasterIdLst>
  <p:notesMasterIdLst>
    <p:notesMasterId r:id="rId3"/>
  </p:notes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8" r:id="rId11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7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tableStyles" Target="tableStyle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24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8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Title Slide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048619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ah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48620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ah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48621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ah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048622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ah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048623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ah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048624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ah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048625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26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algn="r" indent="0" marL="0">
              <a:buNone/>
              <a:defRPr sz="2100">
                <a:solidFill>
                  <a:schemeClr val="tx1"/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62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62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p>
            <a:endParaRPr lang="en-US"/>
          </a:p>
        </p:txBody>
      </p:sp>
      <p:sp>
        <p:nvSpPr>
          <p:cNvPr id="10486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3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6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b="0" cap="none" sz="4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77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algn="r" indent="0" marL="0">
              <a:buNone/>
              <a:defRPr sz="2000">
                <a:solidFill>
                  <a:schemeClr val="tx1"/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7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08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09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1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61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88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800">
                <a:solidFill>
                  <a:schemeClr val="accent1">
                    <a:lumMod val="75000"/>
                  </a:schemeClr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89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9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800">
                <a:solidFill>
                  <a:schemeClr val="accent1">
                    <a:lumMod val="75000"/>
                  </a:schemeClr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91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9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59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5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5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5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b="0" sz="2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812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8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1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81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1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b="0" sz="28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71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772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algn="ctr" indent="0" marL="0">
              <a:buNone/>
              <a:defRPr sz="18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7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7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b="0" sz="2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98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799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algn="ctr"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0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80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0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b="0" cap="none" sz="32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66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algn="ctr" indent="0" marL="0">
              <a:buNone/>
              <a:defRPr sz="2000">
                <a:solidFill>
                  <a:schemeClr val="tx1"/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9" name="TextBox 13"/>
          <p:cNvSpPr txBox="1"/>
          <p:nvPr/>
        </p:nvSpPr>
        <p:spPr>
          <a:xfrm>
            <a:off x="1598612" y="863023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lstStyle>
            <a:lvl1pPr>
              <a:spcBef>
                <a:spcPct val="0"/>
              </a:spcBef>
              <a:buNone/>
              <a:defRPr b="0" cap="all" sz="3200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algn="tl" blurRad="28575" dir="14040000" dist="38100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dirty="0" sz="8000" lang="en-US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48790" name="TextBox 14"/>
          <p:cNvSpPr txBox="1"/>
          <p:nvPr/>
        </p:nvSpPr>
        <p:spPr>
          <a:xfrm>
            <a:off x="10893425" y="2819399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lstStyle>
            <a:lvl1pPr>
              <a:spcBef>
                <a:spcPct val="0"/>
              </a:spcBef>
              <a:buNone/>
              <a:defRPr b="0" cap="all" sz="3200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algn="tl" blurRad="28575" dir="14040000" dist="38100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lvl="0"/>
            <a:r>
              <a:rPr dirty="0" sz="8000" lang="en-US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048791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b="0" cap="none"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9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indent="0" marL="0">
              <a:buFontTx/>
              <a:buNone/>
              <a:defRPr sz="1800"/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9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algn="ctr" indent="0" marL="0">
              <a:buNone/>
              <a:defRPr sz="2000">
                <a:solidFill>
                  <a:schemeClr val="tx1"/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0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b="0" cap="none" sz="32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61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algn="r" indent="0" marL="0">
              <a:buNone/>
              <a:defRPr sz="2000">
                <a:solidFill>
                  <a:schemeClr val="tx1"/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6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TextBox 13"/>
          <p:cNvSpPr txBox="1"/>
          <p:nvPr/>
        </p:nvSpPr>
        <p:spPr>
          <a:xfrm>
            <a:off x="1598612" y="863023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lstStyle>
            <a:lvl1pPr>
              <a:spcBef>
                <a:spcPct val="0"/>
              </a:spcBef>
              <a:buNone/>
              <a:defRPr b="0" cap="all" sz="3200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algn="tl" blurRad="28575" dir="14040000" dist="38100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dirty="0" sz="8000" lang="en-US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48804" name="TextBox 14"/>
          <p:cNvSpPr txBox="1"/>
          <p:nvPr/>
        </p:nvSpPr>
        <p:spPr>
          <a:xfrm>
            <a:off x="10893425" y="2819399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lstStyle>
            <a:lvl1pPr>
              <a:spcBef>
                <a:spcPct val="0"/>
              </a:spcBef>
              <a:buNone/>
              <a:defRPr b="0" cap="all" sz="3200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algn="tl" blurRad="28575" dir="14040000" dist="38100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lvl="0"/>
            <a:r>
              <a:rPr dirty="0" sz="8000" lang="en-US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048805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b="0" cap="none"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80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anchor="b" bIns="45720" lIns="91440" rIns="91440" rtlCol="0" tIns="45720" vert="horz">
            <a:normAutofit/>
          </a:bodyPr>
          <a:lstStyle>
            <a:lvl1pPr algn="r">
              <a:buNone/>
              <a:defRPr b="0" cap="none" dirty="0" sz="2400" lang="en-US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mar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48807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algn="r" indent="0" marL="0">
              <a:buNone/>
              <a:defRPr sz="1800">
                <a:solidFill>
                  <a:schemeClr val="tx1"/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8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anchor="ctr" bIns="45720" lIns="91440" rIns="91440" rtlCol="0" tIns="45720" vert="horz">
            <a:normAutofit/>
          </a:bodyPr>
          <a:lstStyle>
            <a:lvl1pPr>
              <a:defRPr b="0" dirty="0" lang="en-US"/>
            </a:lvl1pPr>
          </a:lstStyle>
          <a:p>
            <a:pPr lvl="0" marL="0"/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0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anchor="b" bIns="45720" lIns="91440" rIns="91440" rtlCol="0" tIns="45720" vert="horz">
            <a:normAutofit/>
          </a:bodyPr>
          <a:lstStyle>
            <a:lvl1pPr>
              <a:buNone/>
              <a:defRPr b="0" cap="none" dirty="0" sz="2800" lang="en-US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mar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48601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/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0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60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/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81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anchor="t"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8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8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8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anchor="t"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8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Title Slide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04866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ah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4866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ah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4866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ah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04866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ah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04866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ah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04866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ah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048668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69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algn="r" indent="0" marL="0">
              <a:buNone/>
              <a:defRPr sz="2100">
                <a:solidFill>
                  <a:schemeClr val="tx1"/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67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67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p>
            <a:endParaRPr lang="en-US"/>
          </a:p>
        </p:txBody>
      </p:sp>
      <p:sp>
        <p:nvSpPr>
          <p:cNvPr id="104867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00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0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0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b="0" cap="none" sz="4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3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algn="r" indent="0" marL="0">
              <a:buNone/>
              <a:defRPr sz="2000">
                <a:solidFill>
                  <a:schemeClr val="tx1"/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8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8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68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51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800">
                <a:solidFill>
                  <a:schemeClr val="accent1">
                    <a:lumMod val="75000"/>
                  </a:schemeClr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2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5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800">
                <a:solidFill>
                  <a:schemeClr val="accent1">
                    <a:lumMod val="75000"/>
                  </a:schemeClr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4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5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65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2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3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67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b="0" sz="2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2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2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2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b="0" sz="28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94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95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algn="ctr" indent="0" marL="0">
              <a:buNone/>
              <a:defRPr sz="18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69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b="0" sz="2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38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739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algn="ctr"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4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b="0" cap="none" sz="32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05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algn="ctr" indent="0" marL="0">
              <a:buNone/>
              <a:defRPr sz="2000">
                <a:solidFill>
                  <a:schemeClr val="tx1"/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0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TextBox 13"/>
          <p:cNvSpPr txBox="1"/>
          <p:nvPr/>
        </p:nvSpPr>
        <p:spPr>
          <a:xfrm>
            <a:off x="1598612" y="863023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lstStyle>
            <a:lvl1pPr>
              <a:spcBef>
                <a:spcPct val="0"/>
              </a:spcBef>
              <a:buNone/>
              <a:defRPr b="0" cap="all" sz="3200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algn="tl" blurRad="28575" dir="14040000" dist="38100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dirty="0" sz="8000" lang="en-US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48749" name="TextBox 14"/>
          <p:cNvSpPr txBox="1"/>
          <p:nvPr/>
        </p:nvSpPr>
        <p:spPr>
          <a:xfrm>
            <a:off x="10893425" y="2819399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lstStyle>
            <a:lvl1pPr>
              <a:spcBef>
                <a:spcPct val="0"/>
              </a:spcBef>
              <a:buNone/>
              <a:defRPr b="0" cap="all" sz="3200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algn="tl" blurRad="28575" dir="14040000" dist="38100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lvl="0"/>
            <a:r>
              <a:rPr dirty="0" sz="8000" lang="en-US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048750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b="0" cap="none"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5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indent="0" marL="0">
              <a:buFontTx/>
              <a:buNone/>
              <a:defRPr sz="1800"/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2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algn="ctr" indent="0" marL="0">
              <a:buNone/>
              <a:defRPr sz="2000">
                <a:solidFill>
                  <a:schemeClr val="tx1"/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b="0" cap="none" sz="32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10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algn="r" indent="0" marL="0">
              <a:buNone/>
              <a:defRPr sz="2000">
                <a:solidFill>
                  <a:schemeClr val="tx1"/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TextBox 13"/>
          <p:cNvSpPr txBox="1"/>
          <p:nvPr/>
        </p:nvSpPr>
        <p:spPr>
          <a:xfrm>
            <a:off x="1598612" y="863023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lstStyle>
            <a:lvl1pPr>
              <a:spcBef>
                <a:spcPct val="0"/>
              </a:spcBef>
              <a:buNone/>
              <a:defRPr b="0" cap="all" sz="3200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algn="tl" blurRad="28575" dir="14040000" dist="38100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dirty="0" sz="8000" lang="en-US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48715" name="TextBox 14"/>
          <p:cNvSpPr txBox="1"/>
          <p:nvPr/>
        </p:nvSpPr>
        <p:spPr>
          <a:xfrm>
            <a:off x="10893425" y="2819399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lstStyle>
            <a:lvl1pPr>
              <a:spcBef>
                <a:spcPct val="0"/>
              </a:spcBef>
              <a:buNone/>
              <a:defRPr b="0" cap="all" sz="3200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algn="tl" blurRad="28575" dir="14040000" dist="38100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lvl="0"/>
            <a:r>
              <a:rPr dirty="0" sz="8000" lang="en-US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048716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b="0" cap="none"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1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anchor="b" bIns="45720" lIns="91440" rIns="91440" rtlCol="0" tIns="45720" vert="horz">
            <a:normAutofit/>
          </a:bodyPr>
          <a:lstStyle>
            <a:lvl1pPr algn="r">
              <a:buNone/>
              <a:defRPr b="0" cap="none" dirty="0" sz="2400" lang="en-US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mar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48718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algn="r" indent="0" marL="0">
              <a:buNone/>
              <a:defRPr sz="1800">
                <a:solidFill>
                  <a:schemeClr val="tx1"/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anchor="ctr" bIns="45720" lIns="91440" rIns="91440" rtlCol="0" tIns="45720" vert="horz">
            <a:normAutofit/>
          </a:bodyPr>
          <a:lstStyle>
            <a:lvl1pPr>
              <a:defRPr b="0" dirty="0" lang="en-US"/>
            </a:lvl1pPr>
          </a:lstStyle>
          <a:p>
            <a:pPr lvl="0" marL="0"/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anchor="b" bIns="45720" lIns="91440" rIns="91440" rtlCol="0" tIns="45720" vert="horz">
            <a:normAutofit/>
          </a:bodyPr>
          <a:lstStyle>
            <a:lvl1pPr>
              <a:buNone/>
              <a:defRPr b="0" cap="none" dirty="0" sz="2800" lang="en-US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mar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48678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/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6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/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4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anchor="t"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4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74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anchor="t"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6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48576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ah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48577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ah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48578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ah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048579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ah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048580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ah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048581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ah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04858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/>
          <a:effectLst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8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8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b="0" sz="100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58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00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4858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b="0" sz="100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  <p:txStyles>
    <p:titleStyle>
      <a:lvl1pPr algn="ctr" defTabSz="457200" eaLnBrk="1" hangingPunct="1" latinLnBrk="0" rtl="0">
        <a:spcBef>
          <a:spcPct val="0"/>
        </a:spcBef>
        <a:buNone/>
        <a:defRPr cap="none" sz="4000" kern="1200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285750" latinLnBrk="0" marL="28575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24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20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algn="l" defTabSz="457200" eaLnBrk="1" hangingPunct="1" indent="-285750" latinLnBrk="0" marL="120015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18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algn="l" defTabSz="457200" eaLnBrk="1" hangingPunct="1" indent="-171450" latinLnBrk="0" marL="154305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16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algn="l" defTabSz="457200" eaLnBrk="1" hangingPunct="1" indent="-171450" latinLnBrk="0" marL="200025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48639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ah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48640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ah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48641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ah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048642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ah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048643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ah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048644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ah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048645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/>
          <a:effectLst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46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47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b="0" sz="100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B66497-BC45-4B5C-B95F-BF06230B09A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4864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0" sz="100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4864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b="0" sz="100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C76170D-3171-4300-9BC0-34A71C664D33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  <p:txStyles>
    <p:titleStyle>
      <a:lvl1pPr algn="ctr" defTabSz="457200" eaLnBrk="1" hangingPunct="1" latinLnBrk="0" rtl="0">
        <a:spcBef>
          <a:spcPct val="0"/>
        </a:spcBef>
        <a:buNone/>
        <a:defRPr cap="none" sz="4000" kern="1200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285750" latinLnBrk="0" marL="28575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24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20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algn="l" defTabSz="457200" eaLnBrk="1" hangingPunct="1" indent="-285750" latinLnBrk="0" marL="120015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18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algn="l" defTabSz="457200" eaLnBrk="1" hangingPunct="1" indent="-171450" latinLnBrk="0" marL="154305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16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algn="l" defTabSz="457200" eaLnBrk="1" hangingPunct="1" indent="-171450" latinLnBrk="0" marL="200025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cap="none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ctrTitle"/>
          </p:nvPr>
        </p:nvSpPr>
        <p:spPr>
          <a:xfrm>
            <a:off x="2928938" y="377586"/>
            <a:ext cx="8574087" cy="2616200"/>
          </a:xfrm>
        </p:spPr>
        <p:txBody>
          <a:bodyPr>
            <a:normAutofit fontScale="90000"/>
          </a:bodyPr>
          <a:p>
            <a:pPr algn="ctr"/>
            <a:br>
              <a:rPr b="1" dirty="0" lang="en-US"/>
            </a:br>
            <a:br>
              <a:rPr b="1" dirty="0" lang="en-US"/>
            </a:br>
            <a:br>
              <a:rPr b="1" dirty="0" lang="en-US"/>
            </a:br>
            <a:br>
              <a:rPr b="1" dirty="0" lang="en-US"/>
            </a:br>
            <a:br>
              <a:rPr b="1" dirty="0" lang="en-US"/>
            </a:br>
            <a:br>
              <a:rPr b="1" dirty="0" lang="en-US"/>
            </a:br>
            <a:r>
              <a:rPr b="1" dirty="0" lang="en-US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S</a:t>
            </a:r>
            <a:r>
              <a:rPr b="1" dirty="0" lang="en-US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E</a:t>
            </a:r>
            <a:r>
              <a:rPr b="1" dirty="0" lang="en-US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L</a:t>
            </a:r>
            <a:r>
              <a:rPr b="1" dirty="0" lang="en-US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F</a:t>
            </a:r>
            <a:r>
              <a:rPr b="1" dirty="0" lang="en-US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b="1" dirty="0" lang="en-US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I</a:t>
            </a:r>
            <a:r>
              <a:rPr b="1" dirty="0" lang="en-US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N</a:t>
            </a:r>
            <a:r>
              <a:rPr b="1" dirty="0" lang="en-US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T</a:t>
            </a:r>
            <a:r>
              <a:rPr b="1" dirty="0" lang="en-US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R</a:t>
            </a:r>
            <a:r>
              <a:rPr b="1" dirty="0" lang="en-US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ODUCTION </a:t>
            </a:r>
            <a:br>
              <a:rPr b="1" dirty="0" lang="en-US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</a:br>
            <a:endParaRPr b="1" dirty="0" lang="en-US"/>
          </a:p>
        </p:txBody>
      </p:sp>
      <p:sp>
        <p:nvSpPr>
          <p:cNvPr id="1048631" name="Subtitle 2"/>
          <p:cNvSpPr>
            <a:spLocks noGrp="1"/>
          </p:cNvSpPr>
          <p:nvPr>
            <p:ph type="subTitle" idx="1"/>
          </p:nvPr>
        </p:nvSpPr>
        <p:spPr>
          <a:xfrm>
            <a:off x="4514850" y="3149429"/>
            <a:ext cx="6988175" cy="2399323"/>
          </a:xfrm>
        </p:spPr>
        <p:txBody>
          <a:bodyPr>
            <a:noAutofit/>
          </a:bodyPr>
          <a:p>
            <a:pPr algn="ctr"/>
            <a:r>
              <a:rPr b="1" dirty="0" sz="3600" lang="en-US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</a:rPr>
              <a:t>Hello everyone! My name is SAMAN SARFARAZ. I am excited to share about  my self in this presentation.</a:t>
            </a:r>
            <a:endParaRPr b="1" dirty="0" sz="3600" lang="en-US">
              <a:solidFill>
                <a:schemeClr val="accent6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"/>
                                        <p:tgtEl>
                                          <p:spTgt spid="104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sz="5400" lang="en-US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PERSONALITY TRAIT</a:t>
            </a:r>
          </a:p>
        </p:txBody>
      </p:sp>
      <p:sp>
        <p:nvSpPr>
          <p:cNvPr id="1048638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algn="ctr"/>
            <a:endParaRPr dirty="0" sz="3600" lang="en-US">
              <a:solidFill>
                <a:srgbClr val="98CC00"/>
              </a:solidFill>
              <a:latin typeface="Arial Narrow" panose="020B0606020202030204" pitchFamily="34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endParaRPr dirty="0" sz="3600" lang="en-US">
              <a:solidFill>
                <a:srgbClr val="98CC00"/>
              </a:solidFill>
              <a:latin typeface="Arial Narrow" panose="020B0606020202030204" pitchFamily="34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endParaRPr dirty="0" sz="3600" lang="en-US">
              <a:solidFill>
                <a:srgbClr val="98CC00"/>
              </a:solidFill>
              <a:latin typeface="Arial Narrow" panose="020B0606020202030204" pitchFamily="34" charset="0"/>
            </a:endParaRPr>
          </a:p>
          <a:p>
            <a:pPr algn="ctr"/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I eager to learn new t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h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i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n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g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s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.</a:t>
            </a:r>
            <a:endParaRPr altLang="en-US" lang="zh-CN">
              <a:solidFill>
                <a:srgbClr val="98CC00"/>
              </a:solidFill>
            </a:endParaRPr>
          </a:p>
          <a:p>
            <a:pPr algn="ctr"/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I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a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m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 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determined 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t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o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 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a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c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h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ieve 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m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y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 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g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o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a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l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,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 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g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i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v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e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y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 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b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e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s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t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 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e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f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f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o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r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t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 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e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v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e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r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y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 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t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ime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.</a:t>
            </a:r>
            <a:endParaRPr altLang="en-US" lang="zh-CN">
              <a:solidFill>
                <a:srgbClr val="98CC00"/>
              </a:solidFill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I 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c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a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n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 </a:t>
            </a:r>
            <a:r>
              <a:rPr dirty="0" sz="3600" lang="en-US">
                <a:solidFill>
                  <a:srgbClr val="98CC00"/>
                </a:solidFill>
                <a:latin typeface="Arial Narrow" panose="020B0606020202030204" pitchFamily="34" charset="0"/>
              </a:rPr>
              <a:t>handle difficult situation with patience and focus.</a:t>
            </a:r>
            <a:endParaRPr altLang="en-US" lang="zh-CN">
              <a:solidFill>
                <a:srgbClr val="98CC00"/>
              </a:solidFill>
            </a:endParaRPr>
          </a:p>
          <a:p>
            <a:pPr algn="ctr"/>
            <a:endParaRPr dirty="0" sz="3600" lang="en-US">
              <a:solidFill>
                <a:srgbClr val="98CC00"/>
              </a:solidFill>
              <a:latin typeface="Arial Narrow" panose="020B0606020202030204" pitchFamily="34" charset="0"/>
            </a:endParaRPr>
          </a:p>
          <a:p>
            <a:pPr algn="ctr"/>
            <a:endParaRPr dirty="0" sz="3600" lang="en-US">
              <a:solidFill>
                <a:srgbClr val="98CC00"/>
              </a:solidFill>
              <a:latin typeface="Arial Narrow" panose="020B0606020202030204" pitchFamily="34" charset="0"/>
            </a:endParaRPr>
          </a:p>
          <a:p>
            <a:pPr algn="ctr" indent="0" marL="0">
              <a:buNone/>
            </a:pPr>
            <a:endParaRPr dirty="0" sz="3600" lang="en-US">
              <a:solidFill>
                <a:srgbClr val="98CC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"/>
          <p:cNvSpPr>
            <a:spLocks noGrp="1"/>
          </p:cNvSpPr>
          <p:nvPr>
            <p:ph type="body" idx="1"/>
          </p:nvPr>
        </p:nvSpPr>
        <p:spPr>
          <a:xfrm>
            <a:off x="1772179" y="59615"/>
            <a:ext cx="4780369" cy="2182042"/>
          </a:xfrm>
        </p:spPr>
        <p:txBody>
          <a:bodyPr/>
          <a:p>
            <a:pPr algn="ctr"/>
            <a:r>
              <a:rPr b="1" sz="4800" lang="en-US">
                <a:solidFill>
                  <a:srgbClr val="98CC00"/>
                </a:solidFill>
              </a:rPr>
              <a:t>H</a:t>
            </a:r>
            <a:r>
              <a:rPr b="1" sz="4800" lang="en-US">
                <a:solidFill>
                  <a:srgbClr val="98CC00"/>
                </a:solidFill>
              </a:rPr>
              <a:t>O</a:t>
            </a:r>
            <a:r>
              <a:rPr b="1" sz="4800" lang="en-US">
                <a:solidFill>
                  <a:srgbClr val="98CC00"/>
                </a:solidFill>
              </a:rPr>
              <a:t>B</a:t>
            </a:r>
            <a:r>
              <a:rPr b="1" sz="4800" lang="en-US">
                <a:solidFill>
                  <a:srgbClr val="98CC00"/>
                </a:solidFill>
              </a:rPr>
              <a:t>B</a:t>
            </a:r>
            <a:r>
              <a:rPr b="1" sz="4800" lang="en-US">
                <a:solidFill>
                  <a:srgbClr val="98CC00"/>
                </a:solidFill>
              </a:rPr>
              <a:t>I</a:t>
            </a:r>
            <a:r>
              <a:rPr b="1" sz="4800" lang="en-US">
                <a:solidFill>
                  <a:srgbClr val="98CC00"/>
                </a:solidFill>
              </a:rPr>
              <a:t>ES </a:t>
            </a:r>
            <a:r>
              <a:rPr b="1" sz="4800" lang="en-US">
                <a:solidFill>
                  <a:srgbClr val="98CC00"/>
                </a:solidFill>
              </a:rPr>
              <a:t>A</a:t>
            </a:r>
            <a:r>
              <a:rPr b="1" sz="4800" lang="en-US">
                <a:solidFill>
                  <a:srgbClr val="98CC00"/>
                </a:solidFill>
              </a:rPr>
              <a:t>N</a:t>
            </a:r>
            <a:r>
              <a:rPr b="1" sz="4800" lang="en-US">
                <a:solidFill>
                  <a:srgbClr val="98CC00"/>
                </a:solidFill>
              </a:rPr>
              <a:t>D</a:t>
            </a:r>
            <a:r>
              <a:rPr b="1" sz="4800" lang="en-US">
                <a:solidFill>
                  <a:srgbClr val="98CC00"/>
                </a:solidFill>
              </a:rPr>
              <a:t> </a:t>
            </a:r>
            <a:r>
              <a:rPr b="1" sz="4800" lang="en-US">
                <a:solidFill>
                  <a:srgbClr val="98CC00"/>
                </a:solidFill>
              </a:rPr>
              <a:t>I</a:t>
            </a:r>
            <a:r>
              <a:rPr b="1" sz="4800" lang="en-US">
                <a:solidFill>
                  <a:srgbClr val="98CC00"/>
                </a:solidFill>
              </a:rPr>
              <a:t>N</a:t>
            </a:r>
            <a:r>
              <a:rPr b="1" sz="4800" lang="en-US">
                <a:solidFill>
                  <a:srgbClr val="98CC00"/>
                </a:solidFill>
              </a:rPr>
              <a:t>T</a:t>
            </a:r>
            <a:r>
              <a:rPr b="1" sz="4800" lang="en-US">
                <a:solidFill>
                  <a:srgbClr val="98CC00"/>
                </a:solidFill>
              </a:rPr>
              <a:t>E</a:t>
            </a:r>
            <a:r>
              <a:rPr b="1" sz="4800" lang="en-US">
                <a:solidFill>
                  <a:srgbClr val="98CC00"/>
                </a:solidFill>
              </a:rPr>
              <a:t>REST</a:t>
            </a:r>
            <a:endParaRPr b="1" sz="4800" lang="en-US">
              <a:solidFill>
                <a:srgbClr val="98CC00"/>
              </a:solidFill>
            </a:endParaRPr>
          </a:p>
        </p:txBody>
      </p:sp>
      <p:sp>
        <p:nvSpPr>
          <p:cNvPr id="1048659" name=""/>
          <p:cNvSpPr>
            <a:spLocks noGrp="1"/>
          </p:cNvSpPr>
          <p:nvPr>
            <p:ph sz="half" idx="2"/>
          </p:nvPr>
        </p:nvSpPr>
        <p:spPr>
          <a:xfrm>
            <a:off x="1484311" y="2513430"/>
            <a:ext cx="4895056" cy="4322276"/>
          </a:xfrm>
        </p:spPr>
        <p:txBody>
          <a:bodyPr anchor="ctr" anchorCtr="1"/>
          <a:p>
            <a:r>
              <a:rPr sz="3600" lang="en-US"/>
              <a:t>R</a:t>
            </a:r>
            <a:r>
              <a:rPr sz="3600" lang="en-US"/>
              <a:t>e</a:t>
            </a:r>
            <a:r>
              <a:rPr sz="3600" lang="en-US"/>
              <a:t>a</a:t>
            </a:r>
            <a:r>
              <a:rPr sz="3600" lang="en-US"/>
              <a:t>d</a:t>
            </a:r>
            <a:r>
              <a:rPr sz="3600" lang="en-US"/>
              <a:t>ing </a:t>
            </a:r>
            <a:r>
              <a:rPr sz="3600" lang="en-US"/>
              <a:t>(</a:t>
            </a:r>
            <a:r>
              <a:rPr sz="3600" lang="en-US"/>
              <a:t> </a:t>
            </a:r>
            <a:r>
              <a:rPr sz="3600" lang="en-US"/>
              <a:t>f</a:t>
            </a:r>
            <a:r>
              <a:rPr sz="3600" lang="en-US"/>
              <a:t>o</a:t>
            </a:r>
            <a:r>
              <a:rPr sz="3600" lang="en-US"/>
              <a:t>r</a:t>
            </a:r>
            <a:r>
              <a:rPr sz="3600" lang="en-US"/>
              <a:t> </a:t>
            </a:r>
            <a:r>
              <a:rPr sz="3600" lang="en-US"/>
              <a:t>g</a:t>
            </a:r>
            <a:r>
              <a:rPr sz="3600" lang="en-US"/>
              <a:t>a</a:t>
            </a:r>
            <a:r>
              <a:rPr sz="3600" lang="en-US"/>
              <a:t>i</a:t>
            </a:r>
            <a:r>
              <a:rPr sz="3600" lang="en-US"/>
              <a:t>n</a:t>
            </a:r>
            <a:r>
              <a:rPr sz="3600" lang="en-US"/>
              <a:t> </a:t>
            </a:r>
            <a:r>
              <a:rPr sz="3600" lang="en-US"/>
              <a:t>k</a:t>
            </a:r>
            <a:r>
              <a:rPr sz="3600" lang="en-US"/>
              <a:t>n</a:t>
            </a:r>
            <a:r>
              <a:rPr sz="3600" lang="en-US"/>
              <a:t>owledge</a:t>
            </a:r>
            <a:r>
              <a:rPr sz="3600" lang="en-US"/>
              <a:t>)</a:t>
            </a:r>
            <a:endParaRPr sz="3600" lang="en-US"/>
          </a:p>
          <a:p>
            <a:r>
              <a:rPr sz="3600" lang="en-US"/>
              <a:t> playing </a:t>
            </a:r>
            <a:r>
              <a:rPr sz="3600" lang="en-US"/>
              <a:t>s</a:t>
            </a:r>
            <a:r>
              <a:rPr sz="3600" lang="en-US"/>
              <a:t>p</a:t>
            </a:r>
            <a:r>
              <a:rPr sz="3600" lang="en-US"/>
              <a:t>o</a:t>
            </a:r>
            <a:r>
              <a:rPr sz="3600" lang="en-US"/>
              <a:t>rts </a:t>
            </a:r>
            <a:r>
              <a:rPr sz="3600" lang="en-US"/>
              <a:t>(</a:t>
            </a:r>
            <a:r>
              <a:rPr sz="3600" lang="en-US"/>
              <a:t>t</a:t>
            </a:r>
            <a:r>
              <a:rPr sz="3600" lang="en-US"/>
              <a:t>o</a:t>
            </a:r>
            <a:r>
              <a:rPr sz="3600" lang="en-US"/>
              <a:t> </a:t>
            </a:r>
            <a:r>
              <a:rPr sz="3600" lang="en-US"/>
              <a:t>s</a:t>
            </a:r>
            <a:r>
              <a:rPr sz="3600" lang="en-US"/>
              <a:t>t</a:t>
            </a:r>
            <a:r>
              <a:rPr sz="3600" lang="en-US"/>
              <a:t>a</a:t>
            </a:r>
            <a:r>
              <a:rPr sz="3600" lang="en-US"/>
              <a:t>y</a:t>
            </a:r>
            <a:r>
              <a:rPr sz="3600" lang="en-US"/>
              <a:t> </a:t>
            </a:r>
            <a:r>
              <a:rPr sz="3600" lang="en-US"/>
              <a:t>a</a:t>
            </a:r>
            <a:r>
              <a:rPr sz="3600" lang="en-US"/>
              <a:t>c</a:t>
            </a:r>
            <a:r>
              <a:rPr sz="3600" lang="en-US"/>
              <a:t>t</a:t>
            </a:r>
            <a:r>
              <a:rPr sz="3600" lang="en-US"/>
              <a:t>ive </a:t>
            </a:r>
            <a:r>
              <a:rPr sz="3600" lang="en-US"/>
              <a:t>and </a:t>
            </a:r>
            <a:r>
              <a:rPr sz="3600" lang="en-US"/>
              <a:t>h</a:t>
            </a:r>
            <a:r>
              <a:rPr sz="3600" lang="en-US"/>
              <a:t>e</a:t>
            </a:r>
            <a:r>
              <a:rPr sz="3600" lang="en-US"/>
              <a:t>a</a:t>
            </a:r>
            <a:r>
              <a:rPr sz="3600" lang="en-US"/>
              <a:t>l</a:t>
            </a:r>
            <a:r>
              <a:rPr sz="3600" lang="en-US"/>
              <a:t>thy </a:t>
            </a:r>
            <a:endParaRPr sz="3600" lang="en-US"/>
          </a:p>
          <a:p>
            <a:r>
              <a:rPr sz="3600" lang="en-US"/>
              <a:t> </a:t>
            </a:r>
            <a:r>
              <a:rPr sz="3600" lang="en-US"/>
              <a:t>W</a:t>
            </a:r>
            <a:r>
              <a:rPr sz="3600" lang="en-US"/>
              <a:t>a</a:t>
            </a:r>
            <a:r>
              <a:rPr sz="3600" lang="en-US"/>
              <a:t>tching </a:t>
            </a:r>
            <a:r>
              <a:rPr sz="3600" lang="en-US"/>
              <a:t>m</a:t>
            </a:r>
            <a:r>
              <a:rPr sz="3600" lang="en-US"/>
              <a:t>o</a:t>
            </a:r>
            <a:r>
              <a:rPr sz="3600" lang="en-US"/>
              <a:t>v</a:t>
            </a:r>
            <a:r>
              <a:rPr sz="3600" lang="en-US"/>
              <a:t>ies </a:t>
            </a:r>
            <a:r>
              <a:rPr sz="3600" lang="en-US"/>
              <a:t>(</a:t>
            </a:r>
            <a:r>
              <a:rPr sz="3600" lang="en-US"/>
              <a:t> </a:t>
            </a:r>
            <a:r>
              <a:rPr sz="3600" lang="en-US"/>
              <a:t>inspire </a:t>
            </a:r>
            <a:r>
              <a:rPr sz="3600" lang="en-US"/>
              <a:t>a</a:t>
            </a:r>
            <a:r>
              <a:rPr sz="3600" lang="en-US"/>
              <a:t>n</a:t>
            </a:r>
            <a:r>
              <a:rPr sz="3600" lang="en-US"/>
              <a:t>d</a:t>
            </a:r>
            <a:r>
              <a:rPr sz="3600" lang="en-US"/>
              <a:t> </a:t>
            </a:r>
            <a:r>
              <a:rPr sz="3600" lang="en-US"/>
              <a:t>t</a:t>
            </a:r>
            <a:r>
              <a:rPr sz="3600" lang="en-US"/>
              <a:t>e</a:t>
            </a:r>
            <a:r>
              <a:rPr sz="3600" lang="en-US"/>
              <a:t>a</a:t>
            </a:r>
            <a:r>
              <a:rPr sz="3600" lang="en-US"/>
              <a:t>c</a:t>
            </a:r>
            <a:r>
              <a:rPr sz="3600" lang="en-US"/>
              <a:t>h</a:t>
            </a:r>
            <a:r>
              <a:rPr sz="3600" lang="en-US"/>
              <a:t> </a:t>
            </a:r>
            <a:r>
              <a:rPr sz="3600" lang="en-US"/>
              <a:t>a</a:t>
            </a:r>
            <a:r>
              <a:rPr sz="3600" lang="en-US"/>
              <a:t> </a:t>
            </a:r>
            <a:r>
              <a:rPr sz="3600" lang="en-US"/>
              <a:t>l</a:t>
            </a:r>
            <a:r>
              <a:rPr sz="3600" lang="en-US"/>
              <a:t>i</a:t>
            </a:r>
            <a:r>
              <a:rPr sz="3600" lang="en-US"/>
              <a:t>f</a:t>
            </a:r>
            <a:r>
              <a:rPr sz="3600" lang="en-US"/>
              <a:t>e</a:t>
            </a:r>
            <a:r>
              <a:rPr sz="3600" lang="en-US"/>
              <a:t> </a:t>
            </a:r>
            <a:r>
              <a:rPr sz="3600" lang="en-US"/>
              <a:t>lesson)</a:t>
            </a:r>
            <a:endParaRPr sz="3600" lang="en-US"/>
          </a:p>
        </p:txBody>
      </p:sp>
      <p:sp>
        <p:nvSpPr>
          <p:cNvPr id="1048660" name=""/>
          <p:cNvSpPr>
            <a:spLocks noGrp="1"/>
          </p:cNvSpPr>
          <p:nvPr>
            <p:ph type="body" sz="quarter" idx="3"/>
          </p:nvPr>
        </p:nvSpPr>
        <p:spPr>
          <a:xfrm>
            <a:off x="6880486" y="-41118"/>
            <a:ext cx="4622537" cy="2325488"/>
          </a:xfrm>
        </p:spPr>
        <p:txBody>
          <a:bodyPr/>
          <a:p>
            <a:pPr algn="ctr"/>
            <a:r>
              <a:rPr b="1" sz="4800" lang="en-US">
                <a:solidFill>
                  <a:srgbClr val="98CC00"/>
                </a:solidFill>
              </a:rPr>
              <a:t>A</a:t>
            </a:r>
            <a:r>
              <a:rPr b="1" sz="4800" lang="en-US">
                <a:solidFill>
                  <a:srgbClr val="98CC00"/>
                </a:solidFill>
              </a:rPr>
              <a:t>C</a:t>
            </a:r>
            <a:r>
              <a:rPr b="1" sz="4800" lang="en-US">
                <a:solidFill>
                  <a:srgbClr val="98CC00"/>
                </a:solidFill>
              </a:rPr>
              <a:t>A</a:t>
            </a:r>
            <a:r>
              <a:rPr b="1" sz="4800" lang="en-US">
                <a:solidFill>
                  <a:srgbClr val="98CC00"/>
                </a:solidFill>
              </a:rPr>
              <a:t>D</a:t>
            </a:r>
            <a:r>
              <a:rPr b="1" sz="4800" lang="en-US">
                <a:solidFill>
                  <a:srgbClr val="98CC00"/>
                </a:solidFill>
              </a:rPr>
              <a:t>EMIC </a:t>
            </a:r>
            <a:r>
              <a:rPr b="1" sz="4800" lang="en-US">
                <a:solidFill>
                  <a:srgbClr val="98CC00"/>
                </a:solidFill>
              </a:rPr>
              <a:t>A</a:t>
            </a:r>
            <a:r>
              <a:rPr b="1" sz="4800" lang="en-US">
                <a:solidFill>
                  <a:srgbClr val="98CC00"/>
                </a:solidFill>
              </a:rPr>
              <a:t>C</a:t>
            </a:r>
            <a:r>
              <a:rPr b="1" sz="4800" lang="en-US">
                <a:solidFill>
                  <a:srgbClr val="98CC00"/>
                </a:solidFill>
              </a:rPr>
              <a:t>HIEVEMENT </a:t>
            </a:r>
            <a:endParaRPr sz="4800" lang="en-US">
              <a:solidFill>
                <a:srgbClr val="98CC00"/>
              </a:solidFill>
            </a:endParaRPr>
          </a:p>
        </p:txBody>
      </p:sp>
      <p:sp>
        <p:nvSpPr>
          <p:cNvPr id="1048661" name=""/>
          <p:cNvSpPr>
            <a:spLocks noGrp="1"/>
          </p:cNvSpPr>
          <p:nvPr/>
        </p:nvSpPr>
        <p:spPr>
          <a:xfrm>
            <a:off x="6744226" y="2513429"/>
            <a:ext cx="4895056" cy="4373645"/>
          </a:xfrm>
          <a:prstGeom prst="rect"/>
        </p:spPr>
        <p:txBody>
          <a:bodyPr anchor="ctr" anchorCtr="1" bIns="45720" lIns="91440" rIns="91440" rtlCol="0" tIns="45720" vert="horz">
            <a:normAutofit/>
          </a:bodyPr>
          <a:lstStyle>
            <a:lvl1pPr algn="l" defTabSz="457200" indent="-285750" marL="285750">
              <a:spcBef>
                <a:spcPct val="20000"/>
              </a:spcBef>
              <a:spcAft>
                <a:spcPts val="600"/>
              </a:spcAft>
              <a:buClr>
                <a:srgbClr val="688727"/>
              </a:buClr>
              <a:buSzPct val="145000"/>
              <a:buFont typeface="Arial"/>
              <a:buChar char="•"/>
              <a:defRPr cap="none" sz="1800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1pPr>
            <a:lvl2pPr algn="l" defTabSz="457200" indent="-285750" marL="742950">
              <a:spcBef>
                <a:spcPct val="20000"/>
              </a:spcBef>
              <a:spcAft>
                <a:spcPts val="600"/>
              </a:spcAft>
              <a:buClr>
                <a:srgbClr val="688727"/>
              </a:buClr>
              <a:buSzPct val="145000"/>
              <a:buFont typeface="Arial"/>
              <a:buChar char="•"/>
              <a:defRPr cap="none" sz="1600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2pPr>
            <a:lvl3pPr algn="l" defTabSz="457200" indent="-285750" marL="1200150">
              <a:spcBef>
                <a:spcPct val="20000"/>
              </a:spcBef>
              <a:spcAft>
                <a:spcPts val="600"/>
              </a:spcAft>
              <a:buClr>
                <a:srgbClr val="688727"/>
              </a:buClr>
              <a:buSzPct val="145000"/>
              <a:buFont typeface="Arial"/>
              <a:buChar char="•"/>
              <a:defRPr cap="none" sz="1400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3pPr>
            <a:lvl4pPr algn="l" defTabSz="457200" indent="-171450" marL="1543050">
              <a:spcBef>
                <a:spcPct val="20000"/>
              </a:spcBef>
              <a:spcAft>
                <a:spcPts val="600"/>
              </a:spcAft>
              <a:buClr>
                <a:srgbClr val="688727"/>
              </a:buClr>
              <a:buSzPct val="145000"/>
              <a:buFont typeface="Arial"/>
              <a:buChar char="•"/>
              <a:defRPr cap="none" sz="1200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4pPr>
            <a:lvl5pPr algn="l" defTabSz="457200" indent="-171450" marL="2000250">
              <a:spcBef>
                <a:spcPct val="20000"/>
              </a:spcBef>
              <a:spcAft>
                <a:spcPts val="600"/>
              </a:spcAft>
              <a:buClr>
                <a:srgbClr val="688727"/>
              </a:buClr>
              <a:buSzPct val="145000"/>
              <a:buFont typeface="Arial"/>
              <a:buChar char="•"/>
              <a:defRPr cap="none" sz="1200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5pPr>
            <a:lvl6pPr algn="l" defTabSz="457200" indent="-228600" marL="2514600">
              <a:spcBef>
                <a:spcPct val="20000"/>
              </a:spcBef>
              <a:spcAft>
                <a:spcPts val="600"/>
              </a:spcAft>
              <a:buClr>
                <a:srgbClr val="688727"/>
              </a:buClr>
              <a:buSzPct val="145000"/>
              <a:buFont typeface="Arial"/>
              <a:buChar char="•"/>
              <a:defRPr cap="none" sz="1200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6pPr>
            <a:lvl7pPr algn="l" defTabSz="457200" indent="-228600" marL="2971800">
              <a:spcBef>
                <a:spcPct val="20000"/>
              </a:spcBef>
              <a:spcAft>
                <a:spcPts val="600"/>
              </a:spcAft>
              <a:buClr>
                <a:srgbClr val="688727"/>
              </a:buClr>
              <a:buSzPct val="145000"/>
              <a:buFont typeface="Arial"/>
              <a:buChar char="•"/>
              <a:defRPr cap="none" sz="1200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7pPr>
            <a:lvl8pPr algn="l" defTabSz="457200" indent="-228600" marL="3429000">
              <a:spcBef>
                <a:spcPct val="20000"/>
              </a:spcBef>
              <a:spcAft>
                <a:spcPts val="600"/>
              </a:spcAft>
              <a:buClr>
                <a:srgbClr val="688727"/>
              </a:buClr>
              <a:buSzPct val="145000"/>
              <a:buFont typeface="Arial"/>
              <a:buChar char="•"/>
              <a:defRPr cap="none" sz="1200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8pPr>
            <a:lvl9pPr algn="l" defTabSz="457200" indent="-228600" marL="3886200">
              <a:spcBef>
                <a:spcPct val="20000"/>
              </a:spcBef>
              <a:spcAft>
                <a:spcPts val="600"/>
              </a:spcAft>
              <a:buClr>
                <a:srgbClr val="688727"/>
              </a:buClr>
              <a:buSzPct val="145000"/>
              <a:buFont typeface="Arial"/>
              <a:buChar char="•"/>
              <a:defRPr cap="none" sz="1200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sz="3600" lang="en-US"/>
              <a:t>C</a:t>
            </a:r>
            <a:r>
              <a:rPr sz="3600" lang="en-US"/>
              <a:t>o</a:t>
            </a:r>
            <a:r>
              <a:rPr sz="3600" lang="en-US"/>
              <a:t>n</a:t>
            </a:r>
            <a:r>
              <a:rPr sz="3600" lang="en-US"/>
              <a:t>s</a:t>
            </a:r>
            <a:r>
              <a:rPr sz="3600" lang="en-US"/>
              <a:t>i</a:t>
            </a:r>
            <a:r>
              <a:rPr sz="3600" lang="en-US"/>
              <a:t>s</a:t>
            </a:r>
            <a:r>
              <a:rPr sz="3600" lang="en-US"/>
              <a:t>tently</a:t>
            </a:r>
            <a:r>
              <a:rPr sz="3600" lang="en-US"/>
              <a:t> m</a:t>
            </a:r>
            <a:r>
              <a:rPr sz="3600" lang="en-US"/>
              <a:t>a</a:t>
            </a:r>
            <a:r>
              <a:rPr sz="3600" lang="en-US"/>
              <a:t>i</a:t>
            </a:r>
            <a:r>
              <a:rPr sz="3600" lang="en-US"/>
              <a:t>n</a:t>
            </a:r>
            <a:r>
              <a:rPr sz="3600" lang="en-US"/>
              <a:t>t</a:t>
            </a:r>
            <a:r>
              <a:rPr sz="3600" lang="en-US"/>
              <a:t>a</a:t>
            </a:r>
            <a:r>
              <a:rPr sz="3600" lang="en-US"/>
              <a:t>i</a:t>
            </a:r>
            <a:r>
              <a:rPr sz="3600" lang="en-US"/>
              <a:t>n</a:t>
            </a:r>
            <a:r>
              <a:rPr sz="3600" lang="en-US"/>
              <a:t>e</a:t>
            </a:r>
            <a:r>
              <a:rPr sz="3600" lang="en-US"/>
              <a:t>d</a:t>
            </a:r>
            <a:r>
              <a:rPr sz="3600" lang="en-US"/>
              <a:t> </a:t>
            </a:r>
            <a:r>
              <a:rPr sz="3600" lang="en-US"/>
              <a:t>g</a:t>
            </a:r>
            <a:r>
              <a:rPr sz="3600" lang="en-US"/>
              <a:t>o</a:t>
            </a:r>
            <a:r>
              <a:rPr sz="3600" lang="en-US"/>
              <a:t>o</a:t>
            </a:r>
            <a:r>
              <a:rPr sz="3600" lang="en-US"/>
              <a:t>d</a:t>
            </a:r>
            <a:r>
              <a:rPr sz="3600" lang="en-US"/>
              <a:t> </a:t>
            </a:r>
            <a:r>
              <a:rPr sz="3600" lang="en-US"/>
              <a:t>g</a:t>
            </a:r>
            <a:r>
              <a:rPr sz="3600" lang="en-US"/>
              <a:t>a</a:t>
            </a:r>
            <a:r>
              <a:rPr sz="3600" lang="en-US"/>
              <a:t>r</a:t>
            </a:r>
            <a:r>
              <a:rPr sz="3600" lang="en-US"/>
              <a:t>d</a:t>
            </a:r>
            <a:r>
              <a:rPr sz="3600" lang="en-US"/>
              <a:t>e</a:t>
            </a:r>
            <a:r>
              <a:rPr sz="3600" lang="en-US"/>
              <a:t>.</a:t>
            </a:r>
            <a:endParaRPr sz="3600" lang="en-US"/>
          </a:p>
          <a:p>
            <a:r>
              <a:rPr sz="3600" lang="en-US"/>
              <a:t>S</a:t>
            </a:r>
            <a:r>
              <a:rPr sz="3600" lang="en-US"/>
              <a:t>e</a:t>
            </a:r>
            <a:r>
              <a:rPr sz="3600" lang="en-US"/>
              <a:t>c</a:t>
            </a:r>
            <a:r>
              <a:rPr sz="3600" lang="en-US"/>
              <a:t>u</a:t>
            </a:r>
            <a:r>
              <a:rPr sz="3600" lang="en-US"/>
              <a:t>r</a:t>
            </a:r>
            <a:r>
              <a:rPr sz="3600" lang="en-US"/>
              <a:t>e</a:t>
            </a:r>
            <a:r>
              <a:rPr sz="3600" lang="en-US"/>
              <a:t>d</a:t>
            </a:r>
            <a:r>
              <a:rPr sz="3600" lang="en-US"/>
              <a:t> </a:t>
            </a:r>
            <a:r>
              <a:rPr sz="3600" lang="en-US"/>
              <a:t>second</a:t>
            </a:r>
            <a:r>
              <a:rPr sz="3600" lang="en-US"/>
              <a:t> p</a:t>
            </a:r>
            <a:r>
              <a:rPr sz="3600" lang="en-US"/>
              <a:t>o</a:t>
            </a:r>
            <a:r>
              <a:rPr sz="3600" lang="en-US"/>
              <a:t>s</a:t>
            </a:r>
            <a:r>
              <a:rPr sz="3600" lang="en-US"/>
              <a:t>i</a:t>
            </a:r>
            <a:r>
              <a:rPr sz="3600" lang="en-US"/>
              <a:t>tion</a:t>
            </a:r>
            <a:r>
              <a:rPr sz="3600" lang="en-US"/>
              <a:t> i</a:t>
            </a:r>
            <a:r>
              <a:rPr sz="3600" lang="en-US"/>
              <a:t>n</a:t>
            </a:r>
            <a:r>
              <a:rPr sz="3600" lang="en-US"/>
              <a:t> </a:t>
            </a:r>
            <a:r>
              <a:rPr sz="3600" lang="en-US"/>
              <a:t>maric </a:t>
            </a:r>
            <a:r>
              <a:rPr sz="3600" lang="en-US"/>
              <a:t>i</a:t>
            </a:r>
            <a:r>
              <a:rPr sz="3600" lang="en-US"/>
              <a:t>n</a:t>
            </a:r>
            <a:r>
              <a:rPr sz="3600" lang="en-US"/>
              <a:t> </a:t>
            </a:r>
            <a:r>
              <a:rPr sz="3600" lang="en-US"/>
              <a:t>s</a:t>
            </a:r>
            <a:r>
              <a:rPr sz="3600" lang="en-US"/>
              <a:t>c</a:t>
            </a:r>
            <a:r>
              <a:rPr sz="3600" lang="en-US"/>
              <a:t>hool</a:t>
            </a:r>
            <a:r>
              <a:rPr sz="3600" lang="en-US"/>
              <a:t>.</a:t>
            </a:r>
            <a:endParaRPr sz="3600" lang="en-US"/>
          </a:p>
          <a:p>
            <a:r>
              <a:rPr sz="3600" lang="en-US"/>
              <a:t>R</a:t>
            </a:r>
            <a:r>
              <a:rPr sz="3600" lang="en-US"/>
              <a:t>e</a:t>
            </a:r>
            <a:r>
              <a:rPr sz="3600" lang="en-US"/>
              <a:t>c</a:t>
            </a:r>
            <a:r>
              <a:rPr sz="3600" lang="en-US"/>
              <a:t>eived </a:t>
            </a:r>
            <a:r>
              <a:rPr sz="3600" lang="en-US"/>
              <a:t>c</a:t>
            </a:r>
            <a:r>
              <a:rPr sz="3600" lang="en-US"/>
              <a:t>e</a:t>
            </a:r>
            <a:r>
              <a:rPr sz="3600" lang="en-US"/>
              <a:t>r</a:t>
            </a:r>
            <a:r>
              <a:rPr sz="3600" lang="en-US"/>
              <a:t>tificate</a:t>
            </a:r>
            <a:r>
              <a:rPr sz="3600" lang="en-US"/>
              <a:t>s</a:t>
            </a:r>
            <a:r>
              <a:rPr sz="3600" lang="en-US"/>
              <a:t> </a:t>
            </a:r>
            <a:r>
              <a:rPr sz="3600" lang="en-US"/>
              <a:t>i</a:t>
            </a:r>
            <a:r>
              <a:rPr sz="3600" lang="en-US"/>
              <a:t>n</a:t>
            </a:r>
            <a:r>
              <a:rPr sz="3600" lang="en-US"/>
              <a:t> </a:t>
            </a:r>
            <a:r>
              <a:rPr sz="3600" lang="en-US"/>
              <a:t>q</a:t>
            </a:r>
            <a:r>
              <a:rPr sz="3600" lang="en-US"/>
              <a:t>u</a:t>
            </a:r>
            <a:r>
              <a:rPr sz="3600" lang="en-US"/>
              <a:t>i</a:t>
            </a:r>
            <a:r>
              <a:rPr sz="3600" lang="en-US"/>
              <a:t>z</a:t>
            </a:r>
            <a:r>
              <a:rPr sz="3600" lang="en-US"/>
              <a:t> </a:t>
            </a:r>
            <a:r>
              <a:rPr sz="3600" lang="en-US"/>
              <a:t>c</a:t>
            </a:r>
            <a:r>
              <a:rPr sz="3600" lang="en-US"/>
              <a:t>e</a:t>
            </a:r>
            <a:r>
              <a:rPr sz="3600" lang="en-US"/>
              <a:t>tificate </a:t>
            </a:r>
            <a:r>
              <a:rPr sz="3600" lang="en-US"/>
              <a:t>.</a:t>
            </a:r>
            <a:endParaRPr sz="360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"/>
          <p:cNvSpPr>
            <a:spLocks noGrp="1"/>
          </p:cNvSpPr>
          <p:nvPr>
            <p:ph type="body" idx="1"/>
          </p:nvPr>
        </p:nvSpPr>
        <p:spPr>
          <a:xfrm>
            <a:off x="1772179" y="449657"/>
            <a:ext cx="4607188" cy="1877615"/>
          </a:xfrm>
        </p:spPr>
        <p:txBody>
          <a:bodyPr anchor="ctr" anchorCtr="1"/>
          <a:p>
            <a:pPr algn="ctr"/>
            <a:r>
              <a:rPr b="1" sz="5400" lang="en-US">
                <a:solidFill>
                  <a:srgbClr val="36363D"/>
                </a:solidFill>
              </a:rPr>
              <a:t>S</a:t>
            </a:r>
            <a:r>
              <a:rPr b="1" sz="5400" lang="en-US">
                <a:solidFill>
                  <a:srgbClr val="36363D"/>
                </a:solidFill>
              </a:rPr>
              <a:t>t</a:t>
            </a:r>
            <a:r>
              <a:rPr b="1" sz="5400" lang="en-US">
                <a:solidFill>
                  <a:srgbClr val="36363D"/>
                </a:solidFill>
              </a:rPr>
              <a:t>r</a:t>
            </a:r>
            <a:r>
              <a:rPr b="1" sz="5400" lang="en-US">
                <a:solidFill>
                  <a:srgbClr val="36363D"/>
                </a:solidFill>
              </a:rPr>
              <a:t>e</a:t>
            </a:r>
            <a:r>
              <a:rPr b="1" sz="5400" lang="en-US">
                <a:solidFill>
                  <a:srgbClr val="36363D"/>
                </a:solidFill>
              </a:rPr>
              <a:t>ngth </a:t>
            </a:r>
            <a:endParaRPr b="1" sz="5400" lang="en-US">
              <a:solidFill>
                <a:srgbClr val="36363D"/>
              </a:solidFill>
            </a:endParaRPr>
          </a:p>
        </p:txBody>
      </p:sp>
      <p:sp>
        <p:nvSpPr>
          <p:cNvPr id="1048616" name=""/>
          <p:cNvSpPr>
            <a:spLocks noGrp="1"/>
          </p:cNvSpPr>
          <p:nvPr>
            <p:ph sz="half" idx="2"/>
          </p:nvPr>
        </p:nvSpPr>
        <p:spPr>
          <a:xfrm>
            <a:off x="1744083" y="2444936"/>
            <a:ext cx="4635284" cy="4459261"/>
          </a:xfrm>
        </p:spPr>
        <p:txBody>
          <a:bodyPr/>
          <a:p>
            <a:r>
              <a:rPr sz="3600" lang="en-US">
                <a:solidFill>
                  <a:srgbClr val="98CC00"/>
                </a:solidFill>
              </a:rPr>
              <a:t>.</a:t>
            </a:r>
            <a:r>
              <a:rPr sz="3600" lang="en-US">
                <a:solidFill>
                  <a:srgbClr val="98CC00"/>
                </a:solidFill>
              </a:rPr>
              <a:t> Efficient </a:t>
            </a:r>
            <a:r>
              <a:rPr sz="3600" lang="en-US">
                <a:solidFill>
                  <a:srgbClr val="98CC00"/>
                </a:solidFill>
              </a:rPr>
              <a:t>a</a:t>
            </a:r>
            <a:r>
              <a:rPr sz="3600" lang="en-US">
                <a:solidFill>
                  <a:srgbClr val="98CC00"/>
                </a:solidFill>
              </a:rPr>
              <a:t>n</a:t>
            </a:r>
            <a:r>
              <a:rPr sz="3600" lang="en-US">
                <a:solidFill>
                  <a:srgbClr val="98CC00"/>
                </a:solidFill>
              </a:rPr>
              <a:t>d </a:t>
            </a:r>
            <a:r>
              <a:rPr sz="3600" lang="en-US">
                <a:solidFill>
                  <a:srgbClr val="98CC00"/>
                </a:solidFill>
              </a:rPr>
              <a:t>g</a:t>
            </a:r>
            <a:r>
              <a:rPr sz="3600" lang="en-US">
                <a:solidFill>
                  <a:srgbClr val="98CC00"/>
                </a:solidFill>
              </a:rPr>
              <a:t>o</a:t>
            </a:r>
            <a:r>
              <a:rPr sz="3600" lang="en-US">
                <a:solidFill>
                  <a:srgbClr val="98CC00"/>
                </a:solidFill>
              </a:rPr>
              <a:t>o</a:t>
            </a:r>
            <a:r>
              <a:rPr sz="3600" lang="en-US">
                <a:solidFill>
                  <a:srgbClr val="98CC00"/>
                </a:solidFill>
              </a:rPr>
              <a:t>d </a:t>
            </a:r>
            <a:r>
              <a:rPr sz="3600" lang="en-US">
                <a:solidFill>
                  <a:srgbClr val="98CC00"/>
                </a:solidFill>
              </a:rPr>
              <a:t>a</a:t>
            </a:r>
            <a:r>
              <a:rPr sz="3600" lang="en-US">
                <a:solidFill>
                  <a:srgbClr val="98CC00"/>
                </a:solidFill>
              </a:rPr>
              <a:t>t</a:t>
            </a:r>
            <a:r>
              <a:rPr sz="3600" lang="en-US">
                <a:solidFill>
                  <a:srgbClr val="98CC00"/>
                </a:solidFill>
              </a:rPr>
              <a:t> </a:t>
            </a:r>
            <a:r>
              <a:rPr sz="3600" lang="en-US">
                <a:solidFill>
                  <a:srgbClr val="98CC00"/>
                </a:solidFill>
              </a:rPr>
              <a:t>t</a:t>
            </a:r>
            <a:r>
              <a:rPr sz="3600" lang="en-US">
                <a:solidFill>
                  <a:srgbClr val="98CC00"/>
                </a:solidFill>
              </a:rPr>
              <a:t>i</a:t>
            </a:r>
            <a:r>
              <a:rPr sz="3600" lang="en-US">
                <a:solidFill>
                  <a:srgbClr val="98CC00"/>
                </a:solidFill>
              </a:rPr>
              <a:t>me </a:t>
            </a:r>
            <a:r>
              <a:rPr sz="3600" lang="en-US">
                <a:solidFill>
                  <a:srgbClr val="98CC00"/>
                </a:solidFill>
              </a:rPr>
              <a:t>m</a:t>
            </a:r>
            <a:r>
              <a:rPr sz="3600" lang="en-US">
                <a:solidFill>
                  <a:srgbClr val="98CC00"/>
                </a:solidFill>
              </a:rPr>
              <a:t>a</a:t>
            </a:r>
            <a:r>
              <a:rPr sz="3600" lang="en-US">
                <a:solidFill>
                  <a:srgbClr val="98CC00"/>
                </a:solidFill>
              </a:rPr>
              <a:t>nagement </a:t>
            </a:r>
            <a:endParaRPr sz="3600" lang="en-US">
              <a:solidFill>
                <a:srgbClr val="98CC00"/>
              </a:solidFill>
            </a:endParaRPr>
          </a:p>
          <a:p>
            <a:r>
              <a:rPr sz="3600" lang="en-US">
                <a:solidFill>
                  <a:srgbClr val="98CC00"/>
                </a:solidFill>
              </a:rPr>
              <a:t>M</a:t>
            </a:r>
            <a:r>
              <a:rPr sz="3600" lang="en-US">
                <a:solidFill>
                  <a:srgbClr val="98CC00"/>
                </a:solidFill>
              </a:rPr>
              <a:t>y</a:t>
            </a:r>
            <a:r>
              <a:rPr sz="3600" lang="en-US">
                <a:solidFill>
                  <a:srgbClr val="98CC00"/>
                </a:solidFill>
              </a:rPr>
              <a:t> </a:t>
            </a:r>
            <a:r>
              <a:rPr sz="3600" lang="en-US">
                <a:solidFill>
                  <a:srgbClr val="98CC00"/>
                </a:solidFill>
              </a:rPr>
              <a:t>c</a:t>
            </a:r>
            <a:r>
              <a:rPr sz="3600" lang="en-US">
                <a:solidFill>
                  <a:srgbClr val="98CC00"/>
                </a:solidFill>
              </a:rPr>
              <a:t>r</a:t>
            </a:r>
            <a:r>
              <a:rPr sz="3600" lang="en-US">
                <a:solidFill>
                  <a:srgbClr val="98CC00"/>
                </a:solidFill>
              </a:rPr>
              <a:t>e</a:t>
            </a:r>
            <a:r>
              <a:rPr sz="3600" lang="en-US">
                <a:solidFill>
                  <a:srgbClr val="98CC00"/>
                </a:solidFill>
              </a:rPr>
              <a:t>a</a:t>
            </a:r>
            <a:r>
              <a:rPr sz="3600" lang="en-US">
                <a:solidFill>
                  <a:srgbClr val="98CC00"/>
                </a:solidFill>
              </a:rPr>
              <a:t>t</a:t>
            </a:r>
            <a:r>
              <a:rPr sz="3600" lang="en-US">
                <a:solidFill>
                  <a:srgbClr val="98CC00"/>
                </a:solidFill>
              </a:rPr>
              <a:t>ivity </a:t>
            </a:r>
            <a:r>
              <a:rPr sz="3600" lang="en-US">
                <a:solidFill>
                  <a:srgbClr val="98CC00"/>
                </a:solidFill>
              </a:rPr>
              <a:t>h</a:t>
            </a:r>
            <a:r>
              <a:rPr sz="3600" lang="en-US">
                <a:solidFill>
                  <a:srgbClr val="98CC00"/>
                </a:solidFill>
              </a:rPr>
              <a:t>e</a:t>
            </a:r>
            <a:r>
              <a:rPr sz="3600" lang="en-US">
                <a:solidFill>
                  <a:srgbClr val="98CC00"/>
                </a:solidFill>
              </a:rPr>
              <a:t>l</a:t>
            </a:r>
            <a:r>
              <a:rPr sz="3600" lang="en-US">
                <a:solidFill>
                  <a:srgbClr val="98CC00"/>
                </a:solidFill>
              </a:rPr>
              <a:t>p </a:t>
            </a:r>
            <a:r>
              <a:rPr sz="3600" lang="en-US">
                <a:solidFill>
                  <a:srgbClr val="98CC00"/>
                </a:solidFill>
              </a:rPr>
              <a:t>m</a:t>
            </a:r>
            <a:r>
              <a:rPr sz="3600" lang="en-US">
                <a:solidFill>
                  <a:srgbClr val="98CC00"/>
                </a:solidFill>
              </a:rPr>
              <a:t>e</a:t>
            </a:r>
            <a:r>
              <a:rPr sz="3600" lang="en-US">
                <a:solidFill>
                  <a:srgbClr val="98CC00"/>
                </a:solidFill>
              </a:rPr>
              <a:t> </a:t>
            </a:r>
            <a:r>
              <a:rPr sz="3600" lang="en-US">
                <a:solidFill>
                  <a:srgbClr val="98CC00"/>
                </a:solidFill>
              </a:rPr>
              <a:t>t</a:t>
            </a:r>
            <a:r>
              <a:rPr sz="3600" lang="en-US">
                <a:solidFill>
                  <a:srgbClr val="98CC00"/>
                </a:solidFill>
              </a:rPr>
              <a:t>o</a:t>
            </a:r>
            <a:r>
              <a:rPr sz="3600" lang="en-US">
                <a:solidFill>
                  <a:srgbClr val="98CC00"/>
                </a:solidFill>
              </a:rPr>
              <a:t> </a:t>
            </a:r>
            <a:r>
              <a:rPr sz="3600" lang="en-US">
                <a:solidFill>
                  <a:srgbClr val="98CC00"/>
                </a:solidFill>
              </a:rPr>
              <a:t>d</a:t>
            </a:r>
            <a:r>
              <a:rPr sz="3600" lang="en-US">
                <a:solidFill>
                  <a:srgbClr val="98CC00"/>
                </a:solidFill>
              </a:rPr>
              <a:t>o</a:t>
            </a:r>
            <a:r>
              <a:rPr sz="3600" lang="en-US">
                <a:solidFill>
                  <a:srgbClr val="98CC00"/>
                </a:solidFill>
              </a:rPr>
              <a:t> </a:t>
            </a:r>
            <a:r>
              <a:rPr sz="3600" lang="en-US">
                <a:solidFill>
                  <a:srgbClr val="98CC00"/>
                </a:solidFill>
              </a:rPr>
              <a:t>w</a:t>
            </a:r>
            <a:r>
              <a:rPr sz="3600" lang="en-US">
                <a:solidFill>
                  <a:srgbClr val="98CC00"/>
                </a:solidFill>
              </a:rPr>
              <a:t>o</a:t>
            </a:r>
            <a:r>
              <a:rPr sz="3600" lang="en-US">
                <a:solidFill>
                  <a:srgbClr val="98CC00"/>
                </a:solidFill>
              </a:rPr>
              <a:t>r</a:t>
            </a:r>
            <a:r>
              <a:rPr sz="3600" lang="en-US">
                <a:solidFill>
                  <a:srgbClr val="98CC00"/>
                </a:solidFill>
              </a:rPr>
              <a:t>k </a:t>
            </a:r>
            <a:r>
              <a:rPr sz="3600" lang="en-US">
                <a:solidFill>
                  <a:srgbClr val="98CC00"/>
                </a:solidFill>
              </a:rPr>
              <a:t>i</a:t>
            </a:r>
            <a:r>
              <a:rPr sz="3600" lang="en-US">
                <a:solidFill>
                  <a:srgbClr val="98CC00"/>
                </a:solidFill>
              </a:rPr>
              <a:t>n</a:t>
            </a:r>
            <a:r>
              <a:rPr sz="3600" lang="en-US">
                <a:solidFill>
                  <a:srgbClr val="98CC00"/>
                </a:solidFill>
              </a:rPr>
              <a:t> </a:t>
            </a:r>
            <a:r>
              <a:rPr sz="3600" lang="en-US">
                <a:solidFill>
                  <a:srgbClr val="98CC00"/>
                </a:solidFill>
              </a:rPr>
              <a:t>a</a:t>
            </a:r>
            <a:r>
              <a:rPr sz="3600" lang="en-US">
                <a:solidFill>
                  <a:srgbClr val="98CC00"/>
                </a:solidFill>
              </a:rPr>
              <a:t> </a:t>
            </a:r>
            <a:r>
              <a:rPr sz="3600" lang="en-US">
                <a:solidFill>
                  <a:srgbClr val="98CC00"/>
                </a:solidFill>
              </a:rPr>
              <a:t>b</a:t>
            </a:r>
            <a:r>
              <a:rPr sz="3600" lang="en-US">
                <a:solidFill>
                  <a:srgbClr val="98CC00"/>
                </a:solidFill>
              </a:rPr>
              <a:t>e</a:t>
            </a:r>
            <a:r>
              <a:rPr sz="3600" lang="en-US">
                <a:solidFill>
                  <a:srgbClr val="98CC00"/>
                </a:solidFill>
              </a:rPr>
              <a:t>t</a:t>
            </a:r>
            <a:r>
              <a:rPr sz="3600" lang="en-US">
                <a:solidFill>
                  <a:srgbClr val="98CC00"/>
                </a:solidFill>
              </a:rPr>
              <a:t>ter </a:t>
            </a:r>
            <a:r>
              <a:rPr sz="3600" lang="en-US">
                <a:solidFill>
                  <a:srgbClr val="98CC00"/>
                </a:solidFill>
              </a:rPr>
              <a:t>w</a:t>
            </a:r>
            <a:r>
              <a:rPr sz="3600" lang="en-US">
                <a:solidFill>
                  <a:srgbClr val="98CC00"/>
                </a:solidFill>
              </a:rPr>
              <a:t>a</a:t>
            </a:r>
            <a:r>
              <a:rPr sz="3600" lang="en-US">
                <a:solidFill>
                  <a:srgbClr val="98CC00"/>
                </a:solidFill>
              </a:rPr>
              <a:t>y</a:t>
            </a:r>
            <a:endParaRPr sz="3600" lang="en-US">
              <a:solidFill>
                <a:srgbClr val="98CC00"/>
              </a:solidFill>
            </a:endParaRPr>
          </a:p>
        </p:txBody>
      </p:sp>
      <p:sp>
        <p:nvSpPr>
          <p:cNvPr id="1048617" name=""/>
          <p:cNvSpPr>
            <a:spLocks noGrp="1"/>
          </p:cNvSpPr>
          <p:nvPr>
            <p:ph type="body" sz="quarter" idx="3"/>
          </p:nvPr>
        </p:nvSpPr>
        <p:spPr>
          <a:xfrm>
            <a:off x="6880486" y="441001"/>
            <a:ext cx="4622537" cy="1997477"/>
          </a:xfrm>
        </p:spPr>
        <p:txBody>
          <a:bodyPr anchor="ctr" anchorCtr="1"/>
          <a:p>
            <a:r>
              <a:rPr b="1" sz="5400" lang="en-US">
                <a:solidFill>
                  <a:srgbClr val="36363D"/>
                </a:solidFill>
              </a:rPr>
              <a:t>W</a:t>
            </a:r>
            <a:r>
              <a:rPr b="1" sz="5400" lang="en-US">
                <a:solidFill>
                  <a:srgbClr val="36363D"/>
                </a:solidFill>
              </a:rPr>
              <a:t>e</a:t>
            </a:r>
            <a:r>
              <a:rPr b="1" sz="5400" lang="en-US">
                <a:solidFill>
                  <a:srgbClr val="36363D"/>
                </a:solidFill>
              </a:rPr>
              <a:t>a</a:t>
            </a:r>
            <a:r>
              <a:rPr b="1" sz="5400" lang="en-US">
                <a:solidFill>
                  <a:srgbClr val="36363D"/>
                </a:solidFill>
              </a:rPr>
              <a:t>k</a:t>
            </a:r>
            <a:r>
              <a:rPr b="1" sz="5400" lang="en-US">
                <a:solidFill>
                  <a:srgbClr val="36363D"/>
                </a:solidFill>
              </a:rPr>
              <a:t>ness </a:t>
            </a:r>
            <a:endParaRPr b="1" sz="5400" lang="en-US">
              <a:solidFill>
                <a:srgbClr val="36363D"/>
              </a:solidFill>
            </a:endParaRPr>
          </a:p>
        </p:txBody>
      </p:sp>
      <p:sp>
        <p:nvSpPr>
          <p:cNvPr id="1048618" name=""/>
          <p:cNvSpPr>
            <a:spLocks noGrp="1"/>
          </p:cNvSpPr>
          <p:nvPr>
            <p:ph sz="quarter" idx="4"/>
          </p:nvPr>
        </p:nvSpPr>
        <p:spPr>
          <a:xfrm>
            <a:off x="6607967" y="2479183"/>
            <a:ext cx="4895056" cy="4236662"/>
          </a:xfrm>
        </p:spPr>
        <p:txBody>
          <a:bodyPr anchor="ctr" anchorCtr="1">
            <a:normAutofit fontScale="97222"/>
          </a:bodyPr>
          <a:p>
            <a:pPr algn="ctr"/>
            <a:r>
              <a:rPr sz="3600" lang="en-US">
                <a:solidFill>
                  <a:srgbClr val="98CC00"/>
                </a:solidFill>
              </a:rPr>
              <a:t>N</a:t>
            </a:r>
            <a:r>
              <a:rPr sz="3600" lang="en-US">
                <a:solidFill>
                  <a:srgbClr val="98CC00"/>
                </a:solidFill>
              </a:rPr>
              <a:t>e</a:t>
            </a:r>
            <a:r>
              <a:rPr sz="3600" lang="en-US">
                <a:solidFill>
                  <a:srgbClr val="98CC00"/>
                </a:solidFill>
              </a:rPr>
              <a:t>r</a:t>
            </a:r>
            <a:r>
              <a:rPr sz="3600" lang="en-US">
                <a:solidFill>
                  <a:srgbClr val="98CC00"/>
                </a:solidFill>
              </a:rPr>
              <a:t>v</a:t>
            </a:r>
            <a:r>
              <a:rPr sz="3600" lang="en-US">
                <a:solidFill>
                  <a:srgbClr val="98CC00"/>
                </a:solidFill>
              </a:rPr>
              <a:t>ous </a:t>
            </a:r>
            <a:r>
              <a:rPr sz="3600" lang="en-US">
                <a:solidFill>
                  <a:srgbClr val="98CC00"/>
                </a:solidFill>
              </a:rPr>
              <a:t>i</a:t>
            </a:r>
            <a:r>
              <a:rPr sz="3600" lang="en-US">
                <a:solidFill>
                  <a:srgbClr val="98CC00"/>
                </a:solidFill>
              </a:rPr>
              <a:t>n</a:t>
            </a:r>
            <a:r>
              <a:rPr sz="3600" lang="en-US">
                <a:solidFill>
                  <a:srgbClr val="98CC00"/>
                </a:solidFill>
              </a:rPr>
              <a:t> </a:t>
            </a:r>
            <a:r>
              <a:rPr sz="3600" lang="en-US">
                <a:solidFill>
                  <a:srgbClr val="98CC00"/>
                </a:solidFill>
              </a:rPr>
              <a:t>t</a:t>
            </a:r>
            <a:r>
              <a:rPr sz="3600" lang="en-US">
                <a:solidFill>
                  <a:srgbClr val="98CC00"/>
                </a:solidFill>
              </a:rPr>
              <a:t>h</a:t>
            </a:r>
            <a:r>
              <a:rPr sz="3600" lang="en-US">
                <a:solidFill>
                  <a:srgbClr val="98CC00"/>
                </a:solidFill>
              </a:rPr>
              <a:t>e </a:t>
            </a:r>
            <a:r>
              <a:rPr sz="3600" lang="en-US">
                <a:solidFill>
                  <a:srgbClr val="98CC00"/>
                </a:solidFill>
              </a:rPr>
              <a:t>f</a:t>
            </a:r>
            <a:r>
              <a:rPr sz="3600" lang="en-US">
                <a:solidFill>
                  <a:srgbClr val="98CC00"/>
                </a:solidFill>
              </a:rPr>
              <a:t>r</a:t>
            </a:r>
            <a:r>
              <a:rPr sz="3600" lang="en-US">
                <a:solidFill>
                  <a:srgbClr val="98CC00"/>
                </a:solidFill>
              </a:rPr>
              <a:t>o</a:t>
            </a:r>
            <a:r>
              <a:rPr sz="3600" lang="en-US">
                <a:solidFill>
                  <a:srgbClr val="98CC00"/>
                </a:solidFill>
              </a:rPr>
              <a:t>nt </a:t>
            </a:r>
            <a:r>
              <a:rPr sz="3600" lang="en-US">
                <a:solidFill>
                  <a:srgbClr val="98CC00"/>
                </a:solidFill>
              </a:rPr>
              <a:t>o</a:t>
            </a:r>
            <a:r>
              <a:rPr sz="3600" lang="en-US">
                <a:solidFill>
                  <a:srgbClr val="98CC00"/>
                </a:solidFill>
              </a:rPr>
              <a:t>f</a:t>
            </a:r>
            <a:r>
              <a:rPr sz="3600" lang="en-US">
                <a:solidFill>
                  <a:srgbClr val="98CC00"/>
                </a:solidFill>
              </a:rPr>
              <a:t> </a:t>
            </a:r>
            <a:r>
              <a:rPr sz="3600" lang="en-US">
                <a:solidFill>
                  <a:srgbClr val="98CC00"/>
                </a:solidFill>
              </a:rPr>
              <a:t>t</a:t>
            </a:r>
            <a:r>
              <a:rPr sz="3600" lang="en-US">
                <a:solidFill>
                  <a:srgbClr val="98CC00"/>
                </a:solidFill>
              </a:rPr>
              <a:t>h</a:t>
            </a:r>
            <a:r>
              <a:rPr sz="3600" lang="en-US">
                <a:solidFill>
                  <a:srgbClr val="98CC00"/>
                </a:solidFill>
              </a:rPr>
              <a:t>e</a:t>
            </a:r>
            <a:r>
              <a:rPr sz="3600" lang="en-US">
                <a:solidFill>
                  <a:srgbClr val="98CC00"/>
                </a:solidFill>
              </a:rPr>
              <a:t> </a:t>
            </a:r>
            <a:r>
              <a:rPr sz="3600" lang="en-US">
                <a:solidFill>
                  <a:srgbClr val="98CC00"/>
                </a:solidFill>
              </a:rPr>
              <a:t>p</a:t>
            </a:r>
            <a:r>
              <a:rPr sz="3600" lang="en-US">
                <a:solidFill>
                  <a:srgbClr val="98CC00"/>
                </a:solidFill>
              </a:rPr>
              <a:t>u</a:t>
            </a:r>
            <a:r>
              <a:rPr sz="3600" lang="en-US">
                <a:solidFill>
                  <a:srgbClr val="98CC00"/>
                </a:solidFill>
              </a:rPr>
              <a:t>b</a:t>
            </a:r>
            <a:r>
              <a:rPr sz="3600" lang="en-US">
                <a:solidFill>
                  <a:srgbClr val="98CC00"/>
                </a:solidFill>
              </a:rPr>
              <a:t>l</a:t>
            </a:r>
            <a:r>
              <a:rPr sz="3600" lang="en-US">
                <a:solidFill>
                  <a:srgbClr val="98CC00"/>
                </a:solidFill>
              </a:rPr>
              <a:t>i</a:t>
            </a:r>
            <a:r>
              <a:rPr sz="3600" lang="en-US">
                <a:solidFill>
                  <a:srgbClr val="98CC00"/>
                </a:solidFill>
              </a:rPr>
              <a:t>c</a:t>
            </a:r>
            <a:r>
              <a:rPr sz="3600" lang="en-US">
                <a:solidFill>
                  <a:srgbClr val="98CC00"/>
                </a:solidFill>
              </a:rPr>
              <a:t> </a:t>
            </a:r>
            <a:r>
              <a:rPr sz="3600" lang="en-US">
                <a:solidFill>
                  <a:srgbClr val="98CC00"/>
                </a:solidFill>
              </a:rPr>
              <a:t>.</a:t>
            </a:r>
            <a:endParaRPr sz="3600" lang="en-US">
              <a:solidFill>
                <a:srgbClr val="98CC00"/>
              </a:solidFill>
            </a:endParaRPr>
          </a:p>
          <a:p>
            <a:pPr algn="ctr"/>
            <a:r>
              <a:rPr sz="3600" lang="en-US">
                <a:solidFill>
                  <a:srgbClr val="98CC00"/>
                </a:solidFill>
              </a:rPr>
              <a:t>I</a:t>
            </a:r>
            <a:r>
              <a:rPr sz="3600" lang="en-US">
                <a:solidFill>
                  <a:srgbClr val="98CC00"/>
                </a:solidFill>
              </a:rPr>
              <a:t> </a:t>
            </a:r>
            <a:r>
              <a:rPr sz="3600" lang="en-US">
                <a:solidFill>
                  <a:srgbClr val="98CC00"/>
                </a:solidFill>
              </a:rPr>
              <a:t>c</a:t>
            </a:r>
            <a:r>
              <a:rPr sz="3600" lang="en-US">
                <a:solidFill>
                  <a:srgbClr val="98CC00"/>
                </a:solidFill>
              </a:rPr>
              <a:t>a</a:t>
            </a:r>
            <a:r>
              <a:rPr sz="3600" lang="en-US">
                <a:solidFill>
                  <a:srgbClr val="98CC00"/>
                </a:solidFill>
              </a:rPr>
              <a:t>n</a:t>
            </a:r>
            <a:r>
              <a:rPr sz="3600" lang="en-US">
                <a:solidFill>
                  <a:srgbClr val="98CC00"/>
                </a:solidFill>
              </a:rPr>
              <a:t> </a:t>
            </a:r>
            <a:r>
              <a:rPr sz="3600" lang="en-US">
                <a:solidFill>
                  <a:srgbClr val="98CC00"/>
                </a:solidFill>
              </a:rPr>
              <a:t>n</a:t>
            </a:r>
            <a:r>
              <a:rPr sz="3600" lang="en-US">
                <a:solidFill>
                  <a:srgbClr val="98CC00"/>
                </a:solidFill>
              </a:rPr>
              <a:t>o</a:t>
            </a:r>
            <a:r>
              <a:rPr sz="3600" lang="en-US">
                <a:solidFill>
                  <a:srgbClr val="98CC00"/>
                </a:solidFill>
              </a:rPr>
              <a:t>t </a:t>
            </a:r>
            <a:r>
              <a:rPr sz="3600" lang="en-US">
                <a:solidFill>
                  <a:srgbClr val="98CC00"/>
                </a:solidFill>
              </a:rPr>
              <a:t>e</a:t>
            </a:r>
            <a:r>
              <a:rPr sz="3600" lang="en-US">
                <a:solidFill>
                  <a:srgbClr val="98CC00"/>
                </a:solidFill>
              </a:rPr>
              <a:t>a</a:t>
            </a:r>
            <a:r>
              <a:rPr sz="3600" lang="en-US">
                <a:solidFill>
                  <a:srgbClr val="98CC00"/>
                </a:solidFill>
              </a:rPr>
              <a:t>s</a:t>
            </a:r>
            <a:r>
              <a:rPr sz="3600" lang="en-US">
                <a:solidFill>
                  <a:srgbClr val="98CC00"/>
                </a:solidFill>
              </a:rPr>
              <a:t>i</a:t>
            </a:r>
            <a:r>
              <a:rPr sz="3600" lang="en-US">
                <a:solidFill>
                  <a:srgbClr val="98CC00"/>
                </a:solidFill>
              </a:rPr>
              <a:t>ly </a:t>
            </a:r>
            <a:r>
              <a:rPr sz="3600" lang="en-US">
                <a:solidFill>
                  <a:srgbClr val="98CC00"/>
                </a:solidFill>
              </a:rPr>
              <a:t>adjust </a:t>
            </a:r>
            <a:r>
              <a:rPr sz="3600" lang="en-US">
                <a:solidFill>
                  <a:srgbClr val="98CC00"/>
                </a:solidFill>
              </a:rPr>
              <a:t>i</a:t>
            </a:r>
            <a:r>
              <a:rPr sz="3600" lang="en-US">
                <a:solidFill>
                  <a:srgbClr val="98CC00"/>
                </a:solidFill>
              </a:rPr>
              <a:t>n</a:t>
            </a:r>
            <a:r>
              <a:rPr sz="3600" lang="en-US">
                <a:solidFill>
                  <a:srgbClr val="98CC00"/>
                </a:solidFill>
              </a:rPr>
              <a:t> </a:t>
            </a:r>
            <a:r>
              <a:rPr sz="3600" lang="en-US">
                <a:solidFill>
                  <a:srgbClr val="98CC00"/>
                </a:solidFill>
              </a:rPr>
              <a:t>n</a:t>
            </a:r>
            <a:r>
              <a:rPr sz="3600" lang="en-US">
                <a:solidFill>
                  <a:srgbClr val="98CC00"/>
                </a:solidFill>
              </a:rPr>
              <a:t>ew </a:t>
            </a:r>
            <a:r>
              <a:rPr sz="3600" lang="en-US">
                <a:solidFill>
                  <a:srgbClr val="98CC00"/>
                </a:solidFill>
              </a:rPr>
              <a:t>environment </a:t>
            </a:r>
            <a:endParaRPr sz="3600" lang="en-US">
              <a:solidFill>
                <a:srgbClr val="98CC00"/>
              </a:solidFill>
            </a:endParaRPr>
          </a:p>
          <a:p>
            <a:pPr algn="ctr"/>
            <a:r>
              <a:rPr sz="3600" lang="en-US">
                <a:solidFill>
                  <a:srgbClr val="98CC00"/>
                </a:solidFill>
              </a:rPr>
              <a:t>I</a:t>
            </a:r>
            <a:r>
              <a:rPr sz="3600" lang="en-US">
                <a:solidFill>
                  <a:srgbClr val="98CC00"/>
                </a:solidFill>
              </a:rPr>
              <a:t> </a:t>
            </a:r>
            <a:r>
              <a:rPr sz="3600" lang="en-US">
                <a:solidFill>
                  <a:srgbClr val="98CC00"/>
                </a:solidFill>
              </a:rPr>
              <a:t>s</a:t>
            </a:r>
            <a:r>
              <a:rPr sz="3600" lang="en-US">
                <a:solidFill>
                  <a:srgbClr val="98CC00"/>
                </a:solidFill>
              </a:rPr>
              <a:t>o</a:t>
            </a:r>
            <a:r>
              <a:rPr sz="3600" lang="en-US">
                <a:solidFill>
                  <a:srgbClr val="98CC00"/>
                </a:solidFill>
              </a:rPr>
              <a:t>m</a:t>
            </a:r>
            <a:r>
              <a:rPr sz="3600" lang="en-US">
                <a:solidFill>
                  <a:srgbClr val="98CC00"/>
                </a:solidFill>
              </a:rPr>
              <a:t>e</a:t>
            </a:r>
            <a:r>
              <a:rPr sz="3600" lang="en-US">
                <a:solidFill>
                  <a:srgbClr val="98CC00"/>
                </a:solidFill>
              </a:rPr>
              <a:t>times </a:t>
            </a:r>
            <a:r>
              <a:rPr sz="3600" lang="en-US">
                <a:solidFill>
                  <a:srgbClr val="98CC00"/>
                </a:solidFill>
              </a:rPr>
              <a:t>b</a:t>
            </a:r>
            <a:r>
              <a:rPr sz="3600" lang="en-US">
                <a:solidFill>
                  <a:srgbClr val="98CC00"/>
                </a:solidFill>
              </a:rPr>
              <a:t>e</a:t>
            </a:r>
            <a:r>
              <a:rPr sz="3600" lang="en-US">
                <a:solidFill>
                  <a:srgbClr val="98CC00"/>
                </a:solidFill>
              </a:rPr>
              <a:t>c</a:t>
            </a:r>
            <a:r>
              <a:rPr sz="3600" lang="en-US">
                <a:solidFill>
                  <a:srgbClr val="98CC00"/>
                </a:solidFill>
              </a:rPr>
              <a:t>o</a:t>
            </a:r>
            <a:r>
              <a:rPr sz="3600" lang="en-US">
                <a:solidFill>
                  <a:srgbClr val="98CC00"/>
                </a:solidFill>
              </a:rPr>
              <a:t>me </a:t>
            </a:r>
            <a:r>
              <a:rPr sz="3600" lang="en-US">
                <a:solidFill>
                  <a:srgbClr val="98CC00"/>
                </a:solidFill>
              </a:rPr>
              <a:t>i</a:t>
            </a:r>
            <a:r>
              <a:rPr sz="3600" lang="en-US">
                <a:solidFill>
                  <a:srgbClr val="98CC00"/>
                </a:solidFill>
              </a:rPr>
              <a:t>m</a:t>
            </a:r>
            <a:r>
              <a:rPr sz="3600" lang="en-US">
                <a:solidFill>
                  <a:srgbClr val="98CC00"/>
                </a:solidFill>
              </a:rPr>
              <a:t>p</a:t>
            </a:r>
            <a:r>
              <a:rPr sz="3600" lang="en-US">
                <a:solidFill>
                  <a:srgbClr val="98CC00"/>
                </a:solidFill>
              </a:rPr>
              <a:t>a</a:t>
            </a:r>
            <a:r>
              <a:rPr sz="3600" lang="en-US">
                <a:solidFill>
                  <a:srgbClr val="98CC00"/>
                </a:solidFill>
              </a:rPr>
              <a:t>i</a:t>
            </a:r>
            <a:r>
              <a:rPr sz="3600" lang="en-US">
                <a:solidFill>
                  <a:srgbClr val="98CC00"/>
                </a:solidFill>
              </a:rPr>
              <a:t>n</a:t>
            </a:r>
            <a:r>
              <a:rPr sz="3600" lang="en-US">
                <a:solidFill>
                  <a:srgbClr val="98CC00"/>
                </a:solidFill>
              </a:rPr>
              <a:t>t</a:t>
            </a:r>
            <a:r>
              <a:rPr sz="3600" lang="en-US">
                <a:solidFill>
                  <a:srgbClr val="98CC00"/>
                </a:solidFill>
              </a:rPr>
              <a:t>e</a:t>
            </a:r>
            <a:r>
              <a:rPr sz="3600" lang="en-US">
                <a:solidFill>
                  <a:srgbClr val="98CC00"/>
                </a:solidFill>
              </a:rPr>
              <a:t>n</a:t>
            </a:r>
            <a:r>
              <a:rPr sz="3600" lang="en-US">
                <a:solidFill>
                  <a:srgbClr val="98CC00"/>
                </a:solidFill>
              </a:rPr>
              <a:t>c</a:t>
            </a:r>
            <a:r>
              <a:rPr sz="3600" lang="en-US">
                <a:solidFill>
                  <a:srgbClr val="98CC00"/>
                </a:solidFill>
              </a:rPr>
              <a:t>e</a:t>
            </a:r>
            <a:r>
              <a:rPr sz="3600" lang="en-US">
                <a:solidFill>
                  <a:srgbClr val="98CC00"/>
                </a:solidFill>
              </a:rPr>
              <a:t> </a:t>
            </a:r>
            <a:r>
              <a:rPr sz="3600" lang="en-US">
                <a:solidFill>
                  <a:srgbClr val="98CC00"/>
                </a:solidFill>
              </a:rPr>
              <a:t>a</a:t>
            </a:r>
            <a:r>
              <a:rPr sz="3600" lang="en-US">
                <a:solidFill>
                  <a:srgbClr val="98CC00"/>
                </a:solidFill>
              </a:rPr>
              <a:t>n</a:t>
            </a:r>
            <a:r>
              <a:rPr sz="3600" lang="en-US">
                <a:solidFill>
                  <a:srgbClr val="98CC00"/>
                </a:solidFill>
              </a:rPr>
              <a:t>d</a:t>
            </a:r>
            <a:r>
              <a:rPr sz="3600" lang="en-US">
                <a:solidFill>
                  <a:srgbClr val="98CC00"/>
                </a:solidFill>
              </a:rPr>
              <a:t> </a:t>
            </a:r>
            <a:r>
              <a:rPr sz="3600" lang="en-US">
                <a:solidFill>
                  <a:srgbClr val="98CC00"/>
                </a:solidFill>
              </a:rPr>
              <a:t>reorganize</a:t>
            </a:r>
            <a:r>
              <a:rPr sz="3600" lang="en-US">
                <a:solidFill>
                  <a:srgbClr val="98CC00"/>
                </a:solidFill>
              </a:rPr>
              <a:t>d</a:t>
            </a:r>
            <a:r>
              <a:rPr sz="3600" lang="en-US">
                <a:solidFill>
                  <a:srgbClr val="98CC00"/>
                </a:solidFill>
              </a:rPr>
              <a:t>.</a:t>
            </a:r>
            <a:endParaRPr sz="3600" lang="en-US">
              <a:solidFill>
                <a:srgbClr val="98CC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"/>
          <p:cNvSpPr>
            <a:spLocks noGrp="1"/>
          </p:cNvSpPr>
          <p:nvPr>
            <p:ph type="title"/>
          </p:nvPr>
        </p:nvSpPr>
        <p:spPr>
          <a:xfrm>
            <a:off x="1484311" y="-28182"/>
            <a:ext cx="10018713" cy="2055627"/>
          </a:xfrm>
        </p:spPr>
        <p:txBody>
          <a:bodyPr>
            <a:normAutofit/>
          </a:bodyPr>
          <a:p>
            <a:r>
              <a:rPr b="1" sz="5400" lang="en-US">
                <a:solidFill>
                  <a:srgbClr val="92D04F"/>
                </a:solidFill>
              </a:rPr>
              <a:t>S</a:t>
            </a:r>
            <a:r>
              <a:rPr b="1" sz="5400" lang="en-US">
                <a:solidFill>
                  <a:srgbClr val="92D04F"/>
                </a:solidFill>
              </a:rPr>
              <a:t>K</a:t>
            </a:r>
            <a:r>
              <a:rPr b="1" sz="5400" lang="en-US">
                <a:solidFill>
                  <a:srgbClr val="92D04F"/>
                </a:solidFill>
              </a:rPr>
              <a:t>I</a:t>
            </a:r>
            <a:r>
              <a:rPr b="1" sz="5400" lang="en-US">
                <a:solidFill>
                  <a:srgbClr val="92D04F"/>
                </a:solidFill>
              </a:rPr>
              <a:t>I</a:t>
            </a:r>
            <a:r>
              <a:rPr b="1" sz="5400" lang="en-US">
                <a:solidFill>
                  <a:srgbClr val="92D04F"/>
                </a:solidFill>
              </a:rPr>
              <a:t>L</a:t>
            </a:r>
            <a:r>
              <a:rPr b="1" sz="5400" lang="en-US">
                <a:solidFill>
                  <a:srgbClr val="92D04F"/>
                </a:solidFill>
              </a:rPr>
              <a:t>S</a:t>
            </a:r>
            <a:r>
              <a:rPr b="1" sz="5400" lang="en-US">
                <a:solidFill>
                  <a:srgbClr val="92D04F"/>
                </a:solidFill>
              </a:rPr>
              <a:t> </a:t>
            </a:r>
            <a:r>
              <a:rPr b="1" sz="5400" lang="en-US">
                <a:solidFill>
                  <a:srgbClr val="92D04F"/>
                </a:solidFill>
              </a:rPr>
              <a:t>L</a:t>
            </a:r>
            <a:r>
              <a:rPr b="1" sz="5400" lang="en-US">
                <a:solidFill>
                  <a:srgbClr val="92D04F"/>
                </a:solidFill>
              </a:rPr>
              <a:t>E</a:t>
            </a:r>
            <a:r>
              <a:rPr b="1" sz="5400" lang="en-US">
                <a:solidFill>
                  <a:srgbClr val="92D04F"/>
                </a:solidFill>
              </a:rPr>
              <a:t>A</a:t>
            </a:r>
            <a:r>
              <a:rPr b="1" sz="5400" lang="en-US">
                <a:solidFill>
                  <a:srgbClr val="92D04F"/>
                </a:solidFill>
              </a:rPr>
              <a:t>R</a:t>
            </a:r>
            <a:r>
              <a:rPr b="1" sz="5400" lang="en-US">
                <a:solidFill>
                  <a:srgbClr val="92D04F"/>
                </a:solidFill>
              </a:rPr>
              <a:t>NED </a:t>
            </a:r>
            <a:r>
              <a:rPr b="1" sz="5400" lang="en-US">
                <a:solidFill>
                  <a:srgbClr val="92D04F"/>
                </a:solidFill>
              </a:rPr>
              <a:t>I</a:t>
            </a:r>
            <a:r>
              <a:rPr b="1" sz="5400" lang="en-US">
                <a:solidFill>
                  <a:srgbClr val="92D04F"/>
                </a:solidFill>
              </a:rPr>
              <a:t>N</a:t>
            </a:r>
            <a:r>
              <a:rPr b="1" sz="5400" lang="en-US">
                <a:solidFill>
                  <a:srgbClr val="92D04F"/>
                </a:solidFill>
              </a:rPr>
              <a:t> </a:t>
            </a:r>
            <a:r>
              <a:rPr b="1" sz="5400" lang="en-US">
                <a:solidFill>
                  <a:srgbClr val="92D04F"/>
                </a:solidFill>
              </a:rPr>
              <a:t>THIS </a:t>
            </a:r>
            <a:r>
              <a:rPr b="1" sz="5400" lang="en-US">
                <a:solidFill>
                  <a:srgbClr val="92D04F"/>
                </a:solidFill>
              </a:rPr>
              <a:t>COURSE </a:t>
            </a:r>
            <a:endParaRPr lang="en-US"/>
          </a:p>
        </p:txBody>
      </p:sp>
      <p:sp>
        <p:nvSpPr>
          <p:cNvPr id="1048614" name=""/>
          <p:cNvSpPr>
            <a:spLocks noGrp="1"/>
          </p:cNvSpPr>
          <p:nvPr>
            <p:ph sz="half" idx="1"/>
          </p:nvPr>
        </p:nvSpPr>
        <p:spPr>
          <a:xfrm>
            <a:off x="1484312" y="1742351"/>
            <a:ext cx="10488828" cy="5247463"/>
          </a:xfrm>
        </p:spPr>
        <p:txBody>
          <a:bodyPr anchor="t">
            <a:normAutofit/>
          </a:bodyPr>
          <a:p>
            <a:pPr algn="ctr" indent="0" marL="0">
              <a:buNone/>
            </a:pPr>
            <a:endParaRPr lang="en-US"/>
          </a:p>
          <a:p>
            <a:pPr algn="ctr"/>
            <a:r>
              <a:rPr sz="3600" lang="en-US"/>
              <a:t>P</a:t>
            </a:r>
            <a:r>
              <a:rPr sz="3600" lang="en-US"/>
              <a:t>o</a:t>
            </a:r>
            <a:r>
              <a:rPr sz="3600" lang="en-US"/>
              <a:t>wer </a:t>
            </a:r>
            <a:r>
              <a:rPr sz="3600" lang="en-US"/>
              <a:t>point </a:t>
            </a:r>
            <a:r>
              <a:rPr sz="3600" lang="en-US"/>
              <a:t>(</a:t>
            </a:r>
            <a:r>
              <a:rPr sz="3600" lang="en-US"/>
              <a:t>m</a:t>
            </a:r>
            <a:r>
              <a:rPr sz="3600" lang="en-US"/>
              <a:t>a</a:t>
            </a:r>
            <a:r>
              <a:rPr sz="3600" lang="en-US"/>
              <a:t>k</a:t>
            </a:r>
            <a:r>
              <a:rPr sz="3600" lang="en-US"/>
              <a:t>i</a:t>
            </a:r>
            <a:r>
              <a:rPr sz="3600" lang="en-US"/>
              <a:t>ng </a:t>
            </a:r>
            <a:r>
              <a:rPr sz="3600" lang="en-US"/>
              <a:t>s</a:t>
            </a:r>
            <a:r>
              <a:rPr sz="3600" lang="en-US"/>
              <a:t>l</a:t>
            </a:r>
            <a:r>
              <a:rPr sz="3600" lang="en-US"/>
              <a:t>i</a:t>
            </a:r>
            <a:r>
              <a:rPr sz="3600" lang="en-US"/>
              <a:t>d</a:t>
            </a:r>
            <a:r>
              <a:rPr sz="3600" lang="en-US"/>
              <a:t>e </a:t>
            </a:r>
            <a:r>
              <a:rPr sz="3600" lang="en-US"/>
              <a:t>a</a:t>
            </a:r>
            <a:r>
              <a:rPr sz="3600" lang="en-US"/>
              <a:t>n</a:t>
            </a:r>
            <a:r>
              <a:rPr sz="3600" lang="en-US"/>
              <a:t>d</a:t>
            </a:r>
            <a:r>
              <a:rPr sz="3600" lang="en-US"/>
              <a:t> </a:t>
            </a:r>
            <a:r>
              <a:rPr sz="3600" lang="en-US"/>
              <a:t>v</a:t>
            </a:r>
            <a:r>
              <a:rPr sz="3600" lang="en-US"/>
              <a:t>i</a:t>
            </a:r>
            <a:r>
              <a:rPr sz="3600" lang="en-US"/>
              <a:t>s</a:t>
            </a:r>
            <a:r>
              <a:rPr sz="3600" lang="en-US"/>
              <a:t>ual</a:t>
            </a:r>
            <a:r>
              <a:rPr sz="3600" lang="en-US"/>
              <a:t>)</a:t>
            </a:r>
            <a:endParaRPr lang="en-US"/>
          </a:p>
          <a:p>
            <a:pPr algn="ctr"/>
            <a:r>
              <a:rPr sz="3600" lang="en-US"/>
              <a:t>M</a:t>
            </a:r>
            <a:r>
              <a:rPr sz="3600" lang="en-US"/>
              <a:t>s</a:t>
            </a:r>
            <a:r>
              <a:rPr sz="3600" lang="en-US"/>
              <a:t> </a:t>
            </a:r>
            <a:r>
              <a:rPr sz="3600" lang="en-US"/>
              <a:t>w</a:t>
            </a:r>
            <a:r>
              <a:rPr sz="3600" lang="en-US"/>
              <a:t>o</a:t>
            </a:r>
            <a:r>
              <a:rPr sz="3600" lang="en-US"/>
              <a:t>rd </a:t>
            </a:r>
            <a:r>
              <a:rPr sz="3600" lang="en-US"/>
              <a:t>(</a:t>
            </a:r>
            <a:r>
              <a:rPr sz="3600" lang="en-US"/>
              <a:t>d</a:t>
            </a:r>
            <a:r>
              <a:rPr sz="3600" lang="en-US"/>
              <a:t>o</a:t>
            </a:r>
            <a:r>
              <a:rPr sz="3600" lang="en-US"/>
              <a:t>c</a:t>
            </a:r>
            <a:r>
              <a:rPr sz="3600" lang="en-US"/>
              <a:t>u</a:t>
            </a:r>
            <a:r>
              <a:rPr sz="3600" lang="en-US"/>
              <a:t>m</a:t>
            </a:r>
            <a:r>
              <a:rPr sz="3600" lang="en-US"/>
              <a:t>e</a:t>
            </a:r>
            <a:r>
              <a:rPr sz="3600" lang="en-US"/>
              <a:t>n</a:t>
            </a:r>
            <a:r>
              <a:rPr sz="3600" lang="en-US"/>
              <a:t>t</a:t>
            </a:r>
            <a:r>
              <a:rPr sz="3600" lang="en-US"/>
              <a:t> </a:t>
            </a:r>
            <a:r>
              <a:rPr sz="3600" lang="en-US"/>
              <a:t>w</a:t>
            </a:r>
            <a:r>
              <a:rPr sz="3600" lang="en-US"/>
              <a:t>r</a:t>
            </a:r>
            <a:r>
              <a:rPr sz="3600" lang="en-US"/>
              <a:t>i</a:t>
            </a:r>
            <a:r>
              <a:rPr sz="3600" lang="en-US"/>
              <a:t>t</a:t>
            </a:r>
            <a:r>
              <a:rPr sz="3600" lang="en-US"/>
              <a:t>i</a:t>
            </a:r>
            <a:r>
              <a:rPr sz="3600" lang="en-US"/>
              <a:t>n</a:t>
            </a:r>
            <a:r>
              <a:rPr sz="3600" lang="en-US"/>
              <a:t>g</a:t>
            </a:r>
            <a:r>
              <a:rPr sz="3600" lang="en-US"/>
              <a:t>)</a:t>
            </a:r>
            <a:endParaRPr lang="en-US"/>
          </a:p>
          <a:p>
            <a:pPr algn="ctr"/>
            <a:r>
              <a:rPr sz="3600" lang="en-US"/>
              <a:t>E</a:t>
            </a:r>
            <a:r>
              <a:rPr sz="3600" lang="en-US"/>
              <a:t>x</a:t>
            </a:r>
            <a:r>
              <a:rPr sz="3600" lang="en-US"/>
              <a:t>cel</a:t>
            </a:r>
            <a:r>
              <a:rPr sz="3600" lang="en-US"/>
              <a:t> </a:t>
            </a:r>
            <a:r>
              <a:rPr sz="3600" lang="en-US"/>
              <a:t>(</a:t>
            </a:r>
            <a:r>
              <a:rPr sz="3600" lang="en-US"/>
              <a:t> </a:t>
            </a:r>
            <a:r>
              <a:rPr sz="3600" lang="en-US"/>
              <a:t>o</a:t>
            </a:r>
            <a:r>
              <a:rPr sz="3600" lang="en-US"/>
              <a:t>r</a:t>
            </a:r>
            <a:r>
              <a:rPr sz="3600" lang="en-US"/>
              <a:t>g</a:t>
            </a:r>
            <a:r>
              <a:rPr sz="3600" lang="en-US"/>
              <a:t>a</a:t>
            </a:r>
            <a:r>
              <a:rPr sz="3600" lang="en-US"/>
              <a:t>nizing </a:t>
            </a:r>
            <a:r>
              <a:rPr sz="3600" lang="en-US"/>
              <a:t>data </a:t>
            </a:r>
            <a:r>
              <a:rPr sz="3600" lang="en-US"/>
              <a:t>a</a:t>
            </a:r>
            <a:r>
              <a:rPr sz="3600" lang="en-US"/>
              <a:t>n</a:t>
            </a:r>
            <a:r>
              <a:rPr sz="3600" lang="en-US"/>
              <a:t>d</a:t>
            </a:r>
            <a:r>
              <a:rPr sz="3600" lang="en-US"/>
              <a:t> </a:t>
            </a:r>
            <a:r>
              <a:rPr sz="3600" lang="en-US"/>
              <a:t>n</a:t>
            </a:r>
            <a:r>
              <a:rPr sz="3600" lang="en-US"/>
              <a:t>u</a:t>
            </a:r>
            <a:r>
              <a:rPr sz="3600" lang="en-US"/>
              <a:t>m</a:t>
            </a:r>
            <a:r>
              <a:rPr sz="3600" lang="en-US"/>
              <a:t>ber</a:t>
            </a:r>
            <a:r>
              <a:rPr sz="3600" lang="en-US"/>
              <a:t>)</a:t>
            </a:r>
            <a:endParaRPr lang="en-US"/>
          </a:p>
          <a:p>
            <a:pPr algn="ctr"/>
            <a:r>
              <a:rPr sz="3600" lang="en-US"/>
              <a:t>P</a:t>
            </a:r>
            <a:r>
              <a:rPr sz="3600" lang="en-US"/>
              <a:t>r</a:t>
            </a:r>
            <a:r>
              <a:rPr sz="3600" lang="en-US"/>
              <a:t>o</a:t>
            </a:r>
            <a:r>
              <a:rPr sz="3600" lang="en-US"/>
              <a:t>g</a:t>
            </a:r>
            <a:r>
              <a:rPr sz="3600" lang="en-US"/>
              <a:t>ramming </a:t>
            </a:r>
            <a:r>
              <a:rPr sz="3600" lang="en-US"/>
              <a:t>(</a:t>
            </a:r>
            <a:r>
              <a:rPr sz="3600" lang="en-US"/>
              <a:t>g</a:t>
            </a:r>
            <a:r>
              <a:rPr sz="3600" lang="en-US"/>
              <a:t>a</a:t>
            </a:r>
            <a:r>
              <a:rPr sz="3600" lang="en-US"/>
              <a:t>i</a:t>
            </a:r>
            <a:r>
              <a:rPr sz="3600" lang="en-US"/>
              <a:t>n</a:t>
            </a:r>
            <a:r>
              <a:rPr sz="3600" lang="en-US"/>
              <a:t>e</a:t>
            </a:r>
            <a:r>
              <a:rPr sz="3600" lang="en-US"/>
              <a:t>d</a:t>
            </a:r>
            <a:r>
              <a:rPr sz="3600" lang="en-US"/>
              <a:t> </a:t>
            </a:r>
            <a:r>
              <a:rPr sz="3600" lang="en-US"/>
              <a:t>f</a:t>
            </a:r>
            <a:r>
              <a:rPr sz="3600" lang="en-US"/>
              <a:t>u</a:t>
            </a:r>
            <a:r>
              <a:rPr sz="3600" lang="en-US"/>
              <a:t>n</a:t>
            </a:r>
            <a:r>
              <a:rPr sz="3600" lang="en-US"/>
              <a:t>d</a:t>
            </a:r>
            <a:r>
              <a:rPr sz="3600" lang="en-US"/>
              <a:t>a</a:t>
            </a:r>
            <a:r>
              <a:rPr sz="3600" lang="en-US"/>
              <a:t>m</a:t>
            </a:r>
            <a:r>
              <a:rPr sz="3600" lang="en-US"/>
              <a:t>ental </a:t>
            </a:r>
            <a:r>
              <a:rPr sz="3600" lang="en-US"/>
              <a:t>k</a:t>
            </a:r>
            <a:r>
              <a:rPr sz="3600" lang="en-US"/>
              <a:t>n</a:t>
            </a:r>
            <a:r>
              <a:rPr sz="3600" lang="en-US"/>
              <a:t>o</a:t>
            </a:r>
            <a:r>
              <a:rPr sz="3600" lang="en-US"/>
              <a:t>w</a:t>
            </a:r>
            <a:r>
              <a:rPr sz="3600" lang="en-US"/>
              <a:t>l</a:t>
            </a:r>
            <a:r>
              <a:rPr sz="3600" lang="en-US"/>
              <a:t>edge </a:t>
            </a:r>
            <a:r>
              <a:rPr sz="3600" lang="en-US"/>
              <a:t>a</a:t>
            </a:r>
            <a:r>
              <a:rPr sz="3600" lang="en-US"/>
              <a:t>b</a:t>
            </a:r>
            <a:r>
              <a:rPr sz="3600" lang="en-US"/>
              <a:t>out </a:t>
            </a:r>
            <a:r>
              <a:rPr sz="3600" lang="en-US"/>
              <a:t>p</a:t>
            </a:r>
            <a:r>
              <a:rPr sz="3600" lang="en-US"/>
              <a:t>r</a:t>
            </a:r>
            <a:r>
              <a:rPr sz="3600" lang="en-US"/>
              <a:t>o</a:t>
            </a:r>
            <a:r>
              <a:rPr sz="3600" lang="en-US"/>
              <a:t>g</a:t>
            </a:r>
            <a:r>
              <a:rPr sz="3600" lang="en-US"/>
              <a:t>ramming </a:t>
            </a:r>
            <a:r>
              <a:rPr sz="3600" lang="en-US"/>
              <a:t>c</a:t>
            </a:r>
            <a:r>
              <a:rPr sz="3600" lang="en-US"/>
              <a:t>o</a:t>
            </a:r>
            <a:r>
              <a:rPr sz="3600" lang="en-US"/>
              <a:t>n</a:t>
            </a:r>
            <a:r>
              <a:rPr sz="3600" lang="en-US"/>
              <a:t>c</a:t>
            </a:r>
            <a:r>
              <a:rPr sz="3600" lang="en-US"/>
              <a:t>e</a:t>
            </a:r>
            <a:r>
              <a:rPr sz="3600" lang="en-US"/>
              <a:t>p</a:t>
            </a:r>
            <a:r>
              <a:rPr sz="3600" lang="en-US"/>
              <a:t>t </a:t>
            </a:r>
            <a:r>
              <a:rPr sz="3600" lang="en-US"/>
              <a:t>a</a:t>
            </a:r>
            <a:r>
              <a:rPr sz="3600" lang="en-US"/>
              <a:t>n</a:t>
            </a:r>
            <a:r>
              <a:rPr sz="3600" lang="en-US"/>
              <a:t>d</a:t>
            </a:r>
            <a:r>
              <a:rPr sz="3600" lang="en-US"/>
              <a:t> </a:t>
            </a:r>
            <a:r>
              <a:rPr sz="3600" lang="en-US"/>
              <a:t>l</a:t>
            </a:r>
            <a:r>
              <a:rPr sz="3600" lang="en-US"/>
              <a:t>o</a:t>
            </a:r>
            <a:r>
              <a:rPr sz="3600" lang="en-US"/>
              <a:t>g</a:t>
            </a:r>
            <a:r>
              <a:rPr sz="3600" lang="en-US"/>
              <a:t>i</a:t>
            </a:r>
            <a:r>
              <a:rPr sz="3600" lang="en-US"/>
              <a:t>c</a:t>
            </a:r>
            <a:r>
              <a:rPr sz="3600" lang="en-US"/>
              <a:t>)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"/>
          <p:cNvSpPr>
            <a:spLocks noGrp="1"/>
          </p:cNvSpPr>
          <p:nvPr>
            <p:ph type="title"/>
          </p:nvPr>
        </p:nvSpPr>
        <p:spPr>
          <a:xfrm>
            <a:off x="1484311" y="145177"/>
            <a:ext cx="10018712" cy="1845487"/>
          </a:xfrm>
        </p:spPr>
        <p:txBody>
          <a:bodyPr/>
          <a:p>
            <a:r>
              <a:rPr b="1" sz="5400" lang="en-US">
                <a:solidFill>
                  <a:srgbClr val="36363D"/>
                </a:solidFill>
              </a:rPr>
              <a:t>F</a:t>
            </a:r>
            <a:r>
              <a:rPr b="1" sz="5400" lang="en-US">
                <a:solidFill>
                  <a:srgbClr val="36363D"/>
                </a:solidFill>
              </a:rPr>
              <a:t>A</a:t>
            </a:r>
            <a:r>
              <a:rPr b="1" sz="5400" lang="en-US">
                <a:solidFill>
                  <a:srgbClr val="36363D"/>
                </a:solidFill>
              </a:rPr>
              <a:t>VORITE </a:t>
            </a:r>
            <a:r>
              <a:rPr b="1" sz="5400" lang="en-US">
                <a:solidFill>
                  <a:srgbClr val="36363D"/>
                </a:solidFill>
              </a:rPr>
              <a:t>TOPIC </a:t>
            </a:r>
            <a:endParaRPr lang="en-US"/>
          </a:p>
        </p:txBody>
      </p:sp>
      <p:sp>
        <p:nvSpPr>
          <p:cNvPr id="1048606" name=""/>
          <p:cNvSpPr>
            <a:spLocks noGrp="1"/>
          </p:cNvSpPr>
          <p:nvPr>
            <p:ph type="body" idx="1"/>
          </p:nvPr>
        </p:nvSpPr>
        <p:spPr>
          <a:xfrm>
            <a:off x="1276491" y="1990663"/>
            <a:ext cx="10018713" cy="4444337"/>
          </a:xfrm>
        </p:spPr>
        <p:txBody>
          <a:bodyPr anchor="ctr" anchorCtr="1"/>
          <a:p>
            <a:pPr algn="ctr"/>
            <a:r>
              <a:rPr sz="4000" i="1" lang="en-US"/>
              <a:t>P</a:t>
            </a:r>
            <a:r>
              <a:rPr sz="4000" i="1" lang="en-US"/>
              <a:t>O</a:t>
            </a:r>
            <a:r>
              <a:rPr sz="4000" i="1" lang="en-US"/>
              <a:t>WER </a:t>
            </a:r>
            <a:r>
              <a:rPr sz="4000" i="1" lang="en-US"/>
              <a:t>POINT </a:t>
            </a:r>
            <a:endParaRPr lang="en-US"/>
          </a:p>
          <a:p>
            <a:pPr algn="ctr"/>
            <a:endParaRPr lang="en-US"/>
          </a:p>
          <a:p>
            <a:pPr algn="ctr"/>
            <a:r>
              <a:rPr sz="3600" i="0" lang="en-US">
                <a:solidFill>
                  <a:srgbClr val="92D04F"/>
                </a:solidFill>
              </a:rPr>
              <a:t>I</a:t>
            </a:r>
            <a:r>
              <a:rPr sz="3600" i="0" lang="en-US">
                <a:solidFill>
                  <a:srgbClr val="92D04F"/>
                </a:solidFill>
              </a:rPr>
              <a:t> </a:t>
            </a:r>
            <a:r>
              <a:rPr sz="3600" i="0" lang="en-US">
                <a:solidFill>
                  <a:srgbClr val="92D04F"/>
                </a:solidFill>
              </a:rPr>
              <a:t>l</a:t>
            </a:r>
            <a:r>
              <a:rPr sz="3600" i="0" lang="en-US">
                <a:solidFill>
                  <a:srgbClr val="92D04F"/>
                </a:solidFill>
              </a:rPr>
              <a:t>i</a:t>
            </a:r>
            <a:r>
              <a:rPr sz="3600" i="0" lang="en-US">
                <a:solidFill>
                  <a:srgbClr val="92D04F"/>
                </a:solidFill>
              </a:rPr>
              <a:t>k</a:t>
            </a:r>
            <a:r>
              <a:rPr sz="3600" i="0" lang="en-US">
                <a:solidFill>
                  <a:srgbClr val="92D04F"/>
                </a:solidFill>
              </a:rPr>
              <a:t>e </a:t>
            </a:r>
            <a:r>
              <a:rPr sz="3600" i="0" lang="en-US">
                <a:solidFill>
                  <a:srgbClr val="92D04F"/>
                </a:solidFill>
              </a:rPr>
              <a:t>it </a:t>
            </a:r>
            <a:r>
              <a:rPr sz="3600" i="0" lang="en-US">
                <a:solidFill>
                  <a:srgbClr val="92D04F"/>
                </a:solidFill>
              </a:rPr>
              <a:t>because </a:t>
            </a:r>
            <a:r>
              <a:rPr sz="3600" i="0" lang="en-US">
                <a:solidFill>
                  <a:srgbClr val="92D04F"/>
                </a:solidFill>
              </a:rPr>
              <a:t>I </a:t>
            </a:r>
            <a:r>
              <a:rPr sz="3600" i="0" lang="en-US">
                <a:solidFill>
                  <a:srgbClr val="92D04F"/>
                </a:solidFill>
              </a:rPr>
              <a:t>c</a:t>
            </a:r>
            <a:r>
              <a:rPr sz="3600" i="0" lang="en-US">
                <a:solidFill>
                  <a:srgbClr val="92D04F"/>
                </a:solidFill>
              </a:rPr>
              <a:t>a</a:t>
            </a:r>
            <a:r>
              <a:rPr sz="3600" i="0" lang="en-US">
                <a:solidFill>
                  <a:srgbClr val="92D04F"/>
                </a:solidFill>
              </a:rPr>
              <a:t>n</a:t>
            </a:r>
            <a:r>
              <a:rPr sz="3600" i="0" lang="en-US">
                <a:solidFill>
                  <a:srgbClr val="92D04F"/>
                </a:solidFill>
              </a:rPr>
              <a:t> </a:t>
            </a:r>
            <a:r>
              <a:rPr sz="3600" i="0" lang="en-US">
                <a:solidFill>
                  <a:srgbClr val="92D04F"/>
                </a:solidFill>
              </a:rPr>
              <a:t>p</a:t>
            </a:r>
            <a:r>
              <a:rPr sz="3600" i="0" lang="en-US">
                <a:solidFill>
                  <a:srgbClr val="92D04F"/>
                </a:solidFill>
              </a:rPr>
              <a:t>r</a:t>
            </a:r>
            <a:r>
              <a:rPr sz="3600" i="0" lang="en-US">
                <a:solidFill>
                  <a:srgbClr val="92D04F"/>
                </a:solidFill>
              </a:rPr>
              <a:t>e</a:t>
            </a:r>
            <a:r>
              <a:rPr sz="3600" i="0" lang="en-US">
                <a:solidFill>
                  <a:srgbClr val="92D04F"/>
                </a:solidFill>
              </a:rPr>
              <a:t>s</a:t>
            </a:r>
            <a:r>
              <a:rPr sz="3600" i="0" lang="en-US">
                <a:solidFill>
                  <a:srgbClr val="92D04F"/>
                </a:solidFill>
              </a:rPr>
              <a:t>e</a:t>
            </a:r>
            <a:r>
              <a:rPr sz="3600" i="0" lang="en-US">
                <a:solidFill>
                  <a:srgbClr val="92D04F"/>
                </a:solidFill>
              </a:rPr>
              <a:t>nt </a:t>
            </a:r>
            <a:r>
              <a:rPr sz="3600" i="0" lang="en-US">
                <a:solidFill>
                  <a:srgbClr val="92D04F"/>
                </a:solidFill>
              </a:rPr>
              <a:t>my </a:t>
            </a:r>
            <a:r>
              <a:rPr sz="3600" i="0" lang="en-US">
                <a:solidFill>
                  <a:srgbClr val="92D04F"/>
                </a:solidFill>
              </a:rPr>
              <a:t>idea </a:t>
            </a:r>
            <a:r>
              <a:rPr sz="3600" i="0" lang="en-US">
                <a:solidFill>
                  <a:srgbClr val="92D04F"/>
                </a:solidFill>
              </a:rPr>
              <a:t>a</a:t>
            </a:r>
            <a:r>
              <a:rPr sz="3600" i="0" lang="en-US">
                <a:solidFill>
                  <a:srgbClr val="92D04F"/>
                </a:solidFill>
              </a:rPr>
              <a:t>n</a:t>
            </a:r>
            <a:r>
              <a:rPr sz="3600" i="0" lang="en-US">
                <a:solidFill>
                  <a:srgbClr val="92D04F"/>
                </a:solidFill>
              </a:rPr>
              <a:t>d</a:t>
            </a:r>
            <a:r>
              <a:rPr sz="3600" i="0" lang="en-US">
                <a:solidFill>
                  <a:srgbClr val="92D04F"/>
                </a:solidFill>
              </a:rPr>
              <a:t> </a:t>
            </a:r>
            <a:r>
              <a:rPr sz="3600" i="0" lang="en-US">
                <a:solidFill>
                  <a:srgbClr val="92D04F"/>
                </a:solidFill>
              </a:rPr>
              <a:t>thought </a:t>
            </a:r>
            <a:r>
              <a:rPr sz="3600" i="0" lang="en-US">
                <a:solidFill>
                  <a:srgbClr val="92D04F"/>
                </a:solidFill>
              </a:rPr>
              <a:t>i</a:t>
            </a:r>
            <a:r>
              <a:rPr sz="3600" i="0" lang="en-US">
                <a:solidFill>
                  <a:srgbClr val="92D04F"/>
                </a:solidFill>
              </a:rPr>
              <a:t>n</a:t>
            </a:r>
            <a:r>
              <a:rPr sz="3600" i="0" lang="en-US">
                <a:solidFill>
                  <a:srgbClr val="92D04F"/>
                </a:solidFill>
              </a:rPr>
              <a:t> </a:t>
            </a:r>
            <a:r>
              <a:rPr sz="3600" i="0" lang="en-US">
                <a:solidFill>
                  <a:srgbClr val="92D04F"/>
                </a:solidFill>
              </a:rPr>
              <a:t>a</a:t>
            </a:r>
            <a:r>
              <a:rPr sz="3600" i="0" lang="en-US">
                <a:solidFill>
                  <a:srgbClr val="92D04F"/>
                </a:solidFill>
              </a:rPr>
              <a:t> </a:t>
            </a:r>
            <a:r>
              <a:rPr sz="3600" i="0" lang="en-US">
                <a:solidFill>
                  <a:srgbClr val="92D04F"/>
                </a:solidFill>
              </a:rPr>
              <a:t>o</a:t>
            </a:r>
            <a:r>
              <a:rPr sz="3600" i="0" lang="en-US">
                <a:solidFill>
                  <a:srgbClr val="92D04F"/>
                </a:solidFill>
              </a:rPr>
              <a:t>r</a:t>
            </a:r>
            <a:r>
              <a:rPr sz="3600" i="0" lang="en-US">
                <a:solidFill>
                  <a:srgbClr val="92D04F"/>
                </a:solidFill>
              </a:rPr>
              <a:t>g</a:t>
            </a:r>
            <a:r>
              <a:rPr sz="3600" i="0" lang="en-US">
                <a:solidFill>
                  <a:srgbClr val="92D04F"/>
                </a:solidFill>
              </a:rPr>
              <a:t>a</a:t>
            </a:r>
            <a:r>
              <a:rPr sz="3600" i="0" lang="en-US">
                <a:solidFill>
                  <a:srgbClr val="92D04F"/>
                </a:solidFill>
              </a:rPr>
              <a:t>n</a:t>
            </a:r>
            <a:r>
              <a:rPr sz="3600" i="0" lang="en-US">
                <a:solidFill>
                  <a:srgbClr val="92D04F"/>
                </a:solidFill>
              </a:rPr>
              <a:t>i</a:t>
            </a:r>
            <a:r>
              <a:rPr sz="3600" i="0" lang="en-US">
                <a:solidFill>
                  <a:srgbClr val="92D04F"/>
                </a:solidFill>
              </a:rPr>
              <a:t>z</a:t>
            </a:r>
            <a:r>
              <a:rPr sz="3600" i="0" lang="en-US">
                <a:solidFill>
                  <a:srgbClr val="92D04F"/>
                </a:solidFill>
              </a:rPr>
              <a:t>e</a:t>
            </a:r>
            <a:r>
              <a:rPr sz="3600" i="0" lang="en-US">
                <a:solidFill>
                  <a:srgbClr val="92D04F"/>
                </a:solidFill>
              </a:rPr>
              <a:t>d</a:t>
            </a:r>
            <a:r>
              <a:rPr sz="3600" i="0" lang="en-US">
                <a:solidFill>
                  <a:srgbClr val="92D04F"/>
                </a:solidFill>
              </a:rPr>
              <a:t> </a:t>
            </a:r>
            <a:r>
              <a:rPr sz="3600" i="0" lang="en-US">
                <a:solidFill>
                  <a:srgbClr val="92D04F"/>
                </a:solidFill>
              </a:rPr>
              <a:t>w</a:t>
            </a:r>
            <a:r>
              <a:rPr sz="3600" i="0" lang="en-US">
                <a:solidFill>
                  <a:srgbClr val="92D04F"/>
                </a:solidFill>
              </a:rPr>
              <a:t>a</a:t>
            </a:r>
            <a:r>
              <a:rPr sz="3600" i="0" lang="en-US">
                <a:solidFill>
                  <a:srgbClr val="92D04F"/>
                </a:solidFill>
              </a:rPr>
              <a:t>y</a:t>
            </a:r>
            <a:r>
              <a:rPr sz="3600" i="0" lang="en-US">
                <a:solidFill>
                  <a:srgbClr val="92D04F"/>
                </a:solidFill>
              </a:rPr>
              <a:t> </a:t>
            </a:r>
            <a:r>
              <a:rPr sz="3600" i="0" lang="en-US">
                <a:solidFill>
                  <a:srgbClr val="92D04F"/>
                </a:solidFill>
              </a:rPr>
              <a:t>.</a:t>
            </a:r>
            <a:r>
              <a:rPr sz="3600" i="0" lang="en-US">
                <a:solidFill>
                  <a:srgbClr val="92D04F"/>
                </a:solidFill>
              </a:rPr>
              <a:t> </a:t>
            </a:r>
            <a:r>
              <a:rPr sz="3600" i="0" lang="en-US">
                <a:solidFill>
                  <a:srgbClr val="92D04F"/>
                </a:solidFill>
              </a:rPr>
              <a:t>I</a:t>
            </a:r>
            <a:r>
              <a:rPr sz="3600" i="0" lang="en-US">
                <a:solidFill>
                  <a:srgbClr val="92D04F"/>
                </a:solidFill>
              </a:rPr>
              <a:t>t</a:t>
            </a:r>
            <a:r>
              <a:rPr sz="3600" i="0" lang="en-US">
                <a:solidFill>
                  <a:srgbClr val="92D04F"/>
                </a:solidFill>
              </a:rPr>
              <a:t> </a:t>
            </a:r>
            <a:r>
              <a:rPr sz="3600" i="0" lang="en-US">
                <a:solidFill>
                  <a:srgbClr val="92D04F"/>
                </a:solidFill>
              </a:rPr>
              <a:t>h</a:t>
            </a:r>
            <a:r>
              <a:rPr sz="3600" i="0" lang="en-US">
                <a:solidFill>
                  <a:srgbClr val="92D04F"/>
                </a:solidFill>
              </a:rPr>
              <a:t>elps </a:t>
            </a:r>
            <a:r>
              <a:rPr sz="3600" i="0" lang="en-US">
                <a:solidFill>
                  <a:srgbClr val="92D04F"/>
                </a:solidFill>
              </a:rPr>
              <a:t>m</a:t>
            </a:r>
            <a:r>
              <a:rPr sz="3600" i="0" lang="en-US">
                <a:solidFill>
                  <a:srgbClr val="92D04F"/>
                </a:solidFill>
              </a:rPr>
              <a:t>e</a:t>
            </a:r>
            <a:r>
              <a:rPr sz="3600" i="0" lang="en-US">
                <a:solidFill>
                  <a:srgbClr val="92D04F"/>
                </a:solidFill>
              </a:rPr>
              <a:t> </a:t>
            </a:r>
            <a:r>
              <a:rPr sz="3600" i="0" lang="en-US">
                <a:solidFill>
                  <a:srgbClr val="92D04F"/>
                </a:solidFill>
              </a:rPr>
              <a:t>t</a:t>
            </a:r>
            <a:r>
              <a:rPr sz="3600" i="0" lang="en-US">
                <a:solidFill>
                  <a:srgbClr val="92D04F"/>
                </a:solidFill>
              </a:rPr>
              <a:t>u</a:t>
            </a:r>
            <a:r>
              <a:rPr sz="3600" i="0" lang="en-US">
                <a:solidFill>
                  <a:srgbClr val="92D04F"/>
                </a:solidFill>
              </a:rPr>
              <a:t>r</a:t>
            </a:r>
            <a:r>
              <a:rPr sz="3600" i="0" lang="en-US">
                <a:solidFill>
                  <a:srgbClr val="92D04F"/>
                </a:solidFill>
              </a:rPr>
              <a:t>n</a:t>
            </a:r>
            <a:r>
              <a:rPr sz="3600" i="0" lang="en-US">
                <a:solidFill>
                  <a:srgbClr val="92D04F"/>
                </a:solidFill>
              </a:rPr>
              <a:t> </a:t>
            </a:r>
            <a:r>
              <a:rPr sz="3600" i="0" lang="en-US">
                <a:solidFill>
                  <a:srgbClr val="92D04F"/>
                </a:solidFill>
              </a:rPr>
              <a:t>m</a:t>
            </a:r>
            <a:r>
              <a:rPr sz="3600" i="0" lang="en-US">
                <a:solidFill>
                  <a:srgbClr val="92D04F"/>
                </a:solidFill>
              </a:rPr>
              <a:t>y</a:t>
            </a:r>
            <a:r>
              <a:rPr sz="3600" i="0" lang="en-US">
                <a:solidFill>
                  <a:srgbClr val="92D04F"/>
                </a:solidFill>
              </a:rPr>
              <a:t> </a:t>
            </a:r>
            <a:r>
              <a:rPr sz="3600" i="0" lang="en-US">
                <a:solidFill>
                  <a:srgbClr val="92D04F"/>
                </a:solidFill>
              </a:rPr>
              <a:t>b</a:t>
            </a:r>
            <a:r>
              <a:rPr sz="3600" i="0" lang="en-US">
                <a:solidFill>
                  <a:srgbClr val="92D04F"/>
                </a:solidFill>
              </a:rPr>
              <a:t>r</a:t>
            </a:r>
            <a:r>
              <a:rPr sz="3600" i="0" lang="en-US">
                <a:solidFill>
                  <a:srgbClr val="92D04F"/>
                </a:solidFill>
              </a:rPr>
              <a:t>ain </a:t>
            </a:r>
            <a:r>
              <a:rPr sz="3600" i="0" lang="en-US">
                <a:solidFill>
                  <a:srgbClr val="92D04F"/>
                </a:solidFill>
              </a:rPr>
              <a:t>ideas </a:t>
            </a:r>
            <a:r>
              <a:rPr sz="3600" i="0" lang="en-US">
                <a:solidFill>
                  <a:srgbClr val="92D04F"/>
                </a:solidFill>
              </a:rPr>
              <a:t>on </a:t>
            </a:r>
            <a:r>
              <a:rPr sz="3600" i="0" lang="en-US">
                <a:solidFill>
                  <a:srgbClr val="92D04F"/>
                </a:solidFill>
              </a:rPr>
              <a:t>a </a:t>
            </a:r>
            <a:r>
              <a:rPr sz="3600" i="0" lang="en-US">
                <a:solidFill>
                  <a:srgbClr val="92D04F"/>
                </a:solidFill>
              </a:rPr>
              <a:t>topic </a:t>
            </a:r>
            <a:r>
              <a:rPr sz="3600" i="0" lang="en-US">
                <a:solidFill>
                  <a:srgbClr val="92D04F"/>
                </a:solidFill>
              </a:rPr>
              <a:t>into </a:t>
            </a:r>
            <a:r>
              <a:rPr sz="3600" i="0" lang="en-US">
                <a:solidFill>
                  <a:srgbClr val="92D04F"/>
                </a:solidFill>
              </a:rPr>
              <a:t>slide </a:t>
            </a:r>
            <a:r>
              <a:rPr sz="3600" i="0" lang="en-US">
                <a:solidFill>
                  <a:srgbClr val="92D04F"/>
                </a:solidFill>
              </a:rPr>
              <a:t>that </a:t>
            </a:r>
            <a:r>
              <a:rPr sz="3600" i="0" lang="en-US">
                <a:solidFill>
                  <a:srgbClr val="92D04F"/>
                </a:solidFill>
              </a:rPr>
              <a:t>are </a:t>
            </a:r>
            <a:r>
              <a:rPr sz="3600" i="0" lang="en-US">
                <a:solidFill>
                  <a:srgbClr val="92D04F"/>
                </a:solidFill>
              </a:rPr>
              <a:t>easy </a:t>
            </a:r>
            <a:r>
              <a:rPr sz="3600" i="0" lang="en-US">
                <a:solidFill>
                  <a:srgbClr val="92D04F"/>
                </a:solidFill>
              </a:rPr>
              <a:t>to </a:t>
            </a:r>
            <a:r>
              <a:rPr sz="3600" i="0" lang="en-US">
                <a:solidFill>
                  <a:srgbClr val="92D04F"/>
                </a:solidFill>
              </a:rPr>
              <a:t>understand </a:t>
            </a:r>
            <a:r>
              <a:rPr sz="3600" i="0" lang="en-US">
                <a:solidFill>
                  <a:srgbClr val="92D04F"/>
                </a:solidFill>
              </a:rPr>
              <a:t>and </a:t>
            </a:r>
            <a:r>
              <a:rPr sz="3600" i="0" lang="en-US">
                <a:solidFill>
                  <a:srgbClr val="92D04F"/>
                </a:solidFill>
              </a:rPr>
              <a:t>visually </a:t>
            </a:r>
            <a:r>
              <a:rPr sz="3600" i="0" lang="en-US">
                <a:solidFill>
                  <a:srgbClr val="92D04F"/>
                </a:solidFill>
              </a:rPr>
              <a:t>a</a:t>
            </a:r>
            <a:r>
              <a:rPr sz="3600" i="0" lang="en-US">
                <a:solidFill>
                  <a:srgbClr val="92D04F"/>
                </a:solidFill>
              </a:rPr>
              <a:t>p</a:t>
            </a:r>
            <a:r>
              <a:rPr sz="3600" i="0" lang="en-US">
                <a:solidFill>
                  <a:srgbClr val="92D04F"/>
                </a:solidFill>
              </a:rPr>
              <a:t>p</a:t>
            </a:r>
            <a:r>
              <a:rPr sz="3600" i="0" lang="en-US">
                <a:solidFill>
                  <a:srgbClr val="92D04F"/>
                </a:solidFill>
              </a:rPr>
              <a:t>ealing</a:t>
            </a:r>
            <a:r>
              <a:rPr sz="3600" i="0" lang="en-US">
                <a:solidFill>
                  <a:srgbClr val="92D04F"/>
                </a:solidFill>
              </a:rPr>
              <a:t>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"/>
          <p:cNvSpPr>
            <a:spLocks noGrp="1"/>
          </p:cNvSpPr>
          <p:nvPr>
            <p:ph type="body" idx="1"/>
          </p:nvPr>
        </p:nvSpPr>
        <p:spPr>
          <a:xfrm>
            <a:off x="1443132" y="-55091"/>
            <a:ext cx="4936234" cy="1546970"/>
          </a:xfrm>
        </p:spPr>
        <p:txBody>
          <a:bodyPr anchor="ctr" anchorCtr="1"/>
          <a:p>
            <a:pPr algn="ctr"/>
            <a:r>
              <a:rPr b="1" sz="5400" lang="en-US"/>
              <a:t>F</a:t>
            </a:r>
            <a:r>
              <a:rPr b="1" sz="5400" lang="en-US"/>
              <a:t>U</a:t>
            </a:r>
            <a:r>
              <a:rPr b="1" sz="5400" lang="en-US"/>
              <a:t>T</a:t>
            </a:r>
            <a:r>
              <a:rPr b="1" sz="5400" lang="en-US"/>
              <a:t>URE </a:t>
            </a:r>
            <a:r>
              <a:rPr b="1" sz="5400" lang="en-US"/>
              <a:t>G</a:t>
            </a:r>
            <a:r>
              <a:rPr b="1" sz="5400" lang="en-US"/>
              <a:t>O</a:t>
            </a:r>
            <a:r>
              <a:rPr b="1" sz="5400" lang="en-US"/>
              <a:t>A</a:t>
            </a:r>
            <a:r>
              <a:rPr b="1" sz="5400" lang="en-US"/>
              <a:t>L </a:t>
            </a:r>
            <a:endParaRPr b="1" sz="5400" lang="en-US"/>
          </a:p>
        </p:txBody>
      </p:sp>
      <p:sp>
        <p:nvSpPr>
          <p:cNvPr id="1048596" name=""/>
          <p:cNvSpPr>
            <a:spLocks noGrp="1"/>
          </p:cNvSpPr>
          <p:nvPr>
            <p:ph sz="half" idx="2"/>
          </p:nvPr>
        </p:nvSpPr>
        <p:spPr>
          <a:xfrm>
            <a:off x="1355643" y="1571659"/>
            <a:ext cx="5023723" cy="5246923"/>
          </a:xfrm>
        </p:spPr>
        <p:txBody>
          <a:bodyPr anchor="ctr" anchorCtr="1"/>
          <a:p>
            <a:pPr algn="ctr" indent="0" marL="0">
              <a:buNone/>
            </a:pPr>
            <a:r>
              <a:rPr b="0" sz="4000" i="1" lang="en-US">
                <a:solidFill>
                  <a:srgbClr val="92D04F"/>
                </a:solidFill>
              </a:rPr>
              <a:t>T</a:t>
            </a:r>
            <a:r>
              <a:rPr b="0" sz="4000" i="1" lang="en-US">
                <a:solidFill>
                  <a:srgbClr val="92D04F"/>
                </a:solidFill>
              </a:rPr>
              <a:t>E</a:t>
            </a:r>
            <a:r>
              <a:rPr b="0" sz="4000" i="1" lang="en-US">
                <a:solidFill>
                  <a:srgbClr val="92D04F"/>
                </a:solidFill>
              </a:rPr>
              <a:t>A</a:t>
            </a:r>
            <a:r>
              <a:rPr b="0" sz="4000" i="1" lang="en-US">
                <a:solidFill>
                  <a:srgbClr val="92D04F"/>
                </a:solidFill>
              </a:rPr>
              <a:t>C</a:t>
            </a:r>
            <a:r>
              <a:rPr b="0" sz="4000" i="1" lang="en-US">
                <a:solidFill>
                  <a:srgbClr val="92D04F"/>
                </a:solidFill>
              </a:rPr>
              <a:t>H</a:t>
            </a:r>
            <a:r>
              <a:rPr b="0" sz="4000" i="1" lang="en-US">
                <a:solidFill>
                  <a:srgbClr val="92D04F"/>
                </a:solidFill>
              </a:rPr>
              <a:t>E</a:t>
            </a:r>
            <a:r>
              <a:rPr b="0" sz="4000" i="1" lang="en-US">
                <a:solidFill>
                  <a:srgbClr val="92D04F"/>
                </a:solidFill>
              </a:rPr>
              <a:t>R</a:t>
            </a:r>
            <a:endParaRPr lang="en-US">
              <a:solidFill>
                <a:srgbClr val="36363D"/>
              </a:solidFill>
            </a:endParaRPr>
          </a:p>
          <a:p>
            <a:pPr algn="l" indent="0" marL="0">
              <a:buNone/>
            </a:pPr>
            <a:r>
              <a:rPr b="1" sz="4000" i="1" lang="en-US">
                <a:solidFill>
                  <a:srgbClr val="36363D"/>
                </a:solidFill>
              </a:rPr>
              <a:t>W</a:t>
            </a:r>
            <a:r>
              <a:rPr b="1" sz="4000" i="1" lang="en-US">
                <a:solidFill>
                  <a:srgbClr val="36363D"/>
                </a:solidFill>
              </a:rPr>
              <a:t>h</a:t>
            </a:r>
            <a:r>
              <a:rPr b="1" sz="4000" i="1" lang="en-US">
                <a:solidFill>
                  <a:srgbClr val="36363D"/>
                </a:solidFill>
              </a:rPr>
              <a:t>y</a:t>
            </a:r>
            <a:endParaRPr lang="en-US">
              <a:solidFill>
                <a:srgbClr val="36363D"/>
              </a:solidFill>
            </a:endParaRPr>
          </a:p>
          <a:p>
            <a:pPr algn="ctr"/>
            <a:r>
              <a:rPr sz="3600" lang="en-US">
                <a:solidFill>
                  <a:srgbClr val="36363D"/>
                </a:solidFill>
              </a:rPr>
              <a:t>S</a:t>
            </a:r>
            <a:r>
              <a:rPr sz="3600" lang="en-US">
                <a:solidFill>
                  <a:srgbClr val="36363D"/>
                </a:solidFill>
              </a:rPr>
              <a:t>h</a:t>
            </a:r>
            <a:r>
              <a:rPr sz="3600" lang="en-US">
                <a:solidFill>
                  <a:srgbClr val="36363D"/>
                </a:solidFill>
              </a:rPr>
              <a:t>a</a:t>
            </a:r>
            <a:r>
              <a:rPr sz="3600" lang="en-US">
                <a:solidFill>
                  <a:srgbClr val="36363D"/>
                </a:solidFill>
              </a:rPr>
              <a:t>r</a:t>
            </a:r>
            <a:r>
              <a:rPr sz="3600" lang="en-US">
                <a:solidFill>
                  <a:srgbClr val="36363D"/>
                </a:solidFill>
              </a:rPr>
              <a:t>e</a:t>
            </a:r>
            <a:r>
              <a:rPr sz="3600" lang="en-US">
                <a:solidFill>
                  <a:srgbClr val="36363D"/>
                </a:solidFill>
              </a:rPr>
              <a:t> </a:t>
            </a:r>
            <a:r>
              <a:rPr sz="3600" lang="en-US">
                <a:solidFill>
                  <a:srgbClr val="36363D"/>
                </a:solidFill>
              </a:rPr>
              <a:t>k</a:t>
            </a:r>
            <a:r>
              <a:rPr sz="3600" lang="en-US">
                <a:solidFill>
                  <a:srgbClr val="36363D"/>
                </a:solidFill>
              </a:rPr>
              <a:t>n</a:t>
            </a:r>
            <a:r>
              <a:rPr sz="3600" lang="en-US">
                <a:solidFill>
                  <a:srgbClr val="36363D"/>
                </a:solidFill>
              </a:rPr>
              <a:t>o</a:t>
            </a:r>
            <a:r>
              <a:rPr sz="3600" lang="en-US">
                <a:solidFill>
                  <a:srgbClr val="36363D"/>
                </a:solidFill>
              </a:rPr>
              <a:t>w</a:t>
            </a:r>
            <a:r>
              <a:rPr sz="3600" lang="en-US">
                <a:solidFill>
                  <a:srgbClr val="36363D"/>
                </a:solidFill>
              </a:rPr>
              <a:t>l</a:t>
            </a:r>
            <a:r>
              <a:rPr sz="3600" lang="en-US">
                <a:solidFill>
                  <a:srgbClr val="36363D"/>
                </a:solidFill>
              </a:rPr>
              <a:t>edge </a:t>
            </a:r>
            <a:r>
              <a:rPr sz="3600" lang="en-US">
                <a:solidFill>
                  <a:srgbClr val="36363D"/>
                </a:solidFill>
              </a:rPr>
              <a:t>a</a:t>
            </a:r>
            <a:r>
              <a:rPr sz="3600" lang="en-US">
                <a:solidFill>
                  <a:srgbClr val="36363D"/>
                </a:solidFill>
              </a:rPr>
              <a:t>n</a:t>
            </a:r>
            <a:r>
              <a:rPr sz="3600" lang="en-US">
                <a:solidFill>
                  <a:srgbClr val="36363D"/>
                </a:solidFill>
              </a:rPr>
              <a:t>d</a:t>
            </a:r>
            <a:r>
              <a:rPr sz="3600" lang="en-US">
                <a:solidFill>
                  <a:srgbClr val="36363D"/>
                </a:solidFill>
              </a:rPr>
              <a:t> </a:t>
            </a:r>
            <a:r>
              <a:rPr sz="3600" lang="en-US">
                <a:solidFill>
                  <a:srgbClr val="36363D"/>
                </a:solidFill>
              </a:rPr>
              <a:t>inspire </a:t>
            </a:r>
            <a:r>
              <a:rPr sz="3600" lang="en-US">
                <a:solidFill>
                  <a:srgbClr val="36363D"/>
                </a:solidFill>
              </a:rPr>
              <a:t>s</a:t>
            </a:r>
            <a:r>
              <a:rPr sz="3600" lang="en-US">
                <a:solidFill>
                  <a:srgbClr val="36363D"/>
                </a:solidFill>
              </a:rPr>
              <a:t>t</a:t>
            </a:r>
            <a:r>
              <a:rPr sz="3600" lang="en-US">
                <a:solidFill>
                  <a:srgbClr val="36363D"/>
                </a:solidFill>
              </a:rPr>
              <a:t>u</a:t>
            </a:r>
            <a:r>
              <a:rPr sz="3600" lang="en-US">
                <a:solidFill>
                  <a:srgbClr val="36363D"/>
                </a:solidFill>
              </a:rPr>
              <a:t>d</a:t>
            </a:r>
            <a:r>
              <a:rPr sz="3600" lang="en-US">
                <a:solidFill>
                  <a:srgbClr val="36363D"/>
                </a:solidFill>
              </a:rPr>
              <a:t>e</a:t>
            </a:r>
            <a:r>
              <a:rPr sz="3600" lang="en-US">
                <a:solidFill>
                  <a:srgbClr val="36363D"/>
                </a:solidFill>
              </a:rPr>
              <a:t>nt</a:t>
            </a:r>
            <a:r>
              <a:rPr sz="3600" lang="en-US">
                <a:solidFill>
                  <a:srgbClr val="36363D"/>
                </a:solidFill>
              </a:rPr>
              <a:t>.</a:t>
            </a:r>
            <a:endParaRPr lang="en-US">
              <a:solidFill>
                <a:srgbClr val="36363D"/>
              </a:solidFill>
            </a:endParaRPr>
          </a:p>
          <a:p>
            <a:pPr algn="ctr"/>
            <a:r>
              <a:rPr sz="3600" lang="en-US">
                <a:solidFill>
                  <a:srgbClr val="36363D"/>
                </a:solidFill>
              </a:rPr>
              <a:t>H</a:t>
            </a:r>
            <a:r>
              <a:rPr sz="3600" lang="en-US">
                <a:solidFill>
                  <a:srgbClr val="36363D"/>
                </a:solidFill>
              </a:rPr>
              <a:t>e</a:t>
            </a:r>
            <a:r>
              <a:rPr sz="3600" lang="en-US">
                <a:solidFill>
                  <a:srgbClr val="36363D"/>
                </a:solidFill>
              </a:rPr>
              <a:t>l</a:t>
            </a:r>
            <a:r>
              <a:rPr sz="3600" lang="en-US">
                <a:solidFill>
                  <a:srgbClr val="36363D"/>
                </a:solidFill>
              </a:rPr>
              <a:t>p</a:t>
            </a:r>
            <a:r>
              <a:rPr sz="3600" lang="en-US">
                <a:solidFill>
                  <a:srgbClr val="36363D"/>
                </a:solidFill>
              </a:rPr>
              <a:t> </a:t>
            </a:r>
            <a:r>
              <a:rPr sz="3600" lang="en-US">
                <a:solidFill>
                  <a:srgbClr val="36363D"/>
                </a:solidFill>
              </a:rPr>
              <a:t>s</a:t>
            </a:r>
            <a:r>
              <a:rPr sz="3600" lang="en-US">
                <a:solidFill>
                  <a:srgbClr val="36363D"/>
                </a:solidFill>
              </a:rPr>
              <a:t>t</a:t>
            </a:r>
            <a:r>
              <a:rPr sz="3600" lang="en-US">
                <a:solidFill>
                  <a:srgbClr val="36363D"/>
                </a:solidFill>
              </a:rPr>
              <a:t>u</a:t>
            </a:r>
            <a:r>
              <a:rPr sz="3600" lang="en-US">
                <a:solidFill>
                  <a:srgbClr val="36363D"/>
                </a:solidFill>
              </a:rPr>
              <a:t>d</a:t>
            </a:r>
            <a:r>
              <a:rPr sz="3600" lang="en-US">
                <a:solidFill>
                  <a:srgbClr val="36363D"/>
                </a:solidFill>
              </a:rPr>
              <a:t>e</a:t>
            </a:r>
            <a:r>
              <a:rPr sz="3600" lang="en-US">
                <a:solidFill>
                  <a:srgbClr val="36363D"/>
                </a:solidFill>
              </a:rPr>
              <a:t>nt </a:t>
            </a:r>
            <a:r>
              <a:rPr sz="3600" lang="en-US">
                <a:solidFill>
                  <a:srgbClr val="36363D"/>
                </a:solidFill>
              </a:rPr>
              <a:t>t</a:t>
            </a:r>
            <a:r>
              <a:rPr sz="3600" lang="en-US">
                <a:solidFill>
                  <a:srgbClr val="36363D"/>
                </a:solidFill>
              </a:rPr>
              <a:t>o</a:t>
            </a:r>
            <a:r>
              <a:rPr sz="3600" lang="en-US">
                <a:solidFill>
                  <a:srgbClr val="36363D"/>
                </a:solidFill>
              </a:rPr>
              <a:t> </a:t>
            </a:r>
            <a:r>
              <a:rPr sz="3600" lang="en-US">
                <a:solidFill>
                  <a:srgbClr val="36363D"/>
                </a:solidFill>
              </a:rPr>
              <a:t>b</a:t>
            </a:r>
            <a:r>
              <a:rPr sz="3600" lang="en-US">
                <a:solidFill>
                  <a:srgbClr val="36363D"/>
                </a:solidFill>
              </a:rPr>
              <a:t>u</a:t>
            </a:r>
            <a:r>
              <a:rPr sz="3600" lang="en-US">
                <a:solidFill>
                  <a:srgbClr val="36363D"/>
                </a:solidFill>
              </a:rPr>
              <a:t>i</a:t>
            </a:r>
            <a:r>
              <a:rPr sz="3600" lang="en-US">
                <a:solidFill>
                  <a:srgbClr val="36363D"/>
                </a:solidFill>
              </a:rPr>
              <a:t>l</a:t>
            </a:r>
            <a:r>
              <a:rPr sz="3600" lang="en-US">
                <a:solidFill>
                  <a:srgbClr val="36363D"/>
                </a:solidFill>
              </a:rPr>
              <a:t>d </a:t>
            </a:r>
            <a:r>
              <a:rPr sz="3600" lang="en-US">
                <a:solidFill>
                  <a:srgbClr val="36363D"/>
                </a:solidFill>
              </a:rPr>
              <a:t>c</a:t>
            </a:r>
            <a:r>
              <a:rPr sz="3600" lang="en-US">
                <a:solidFill>
                  <a:srgbClr val="36363D"/>
                </a:solidFill>
              </a:rPr>
              <a:t>o</a:t>
            </a:r>
            <a:r>
              <a:rPr sz="3600" lang="en-US">
                <a:solidFill>
                  <a:srgbClr val="36363D"/>
                </a:solidFill>
              </a:rPr>
              <a:t>n</a:t>
            </a:r>
            <a:r>
              <a:rPr sz="3600" lang="en-US">
                <a:solidFill>
                  <a:srgbClr val="36363D"/>
                </a:solidFill>
              </a:rPr>
              <a:t>f</a:t>
            </a:r>
            <a:r>
              <a:rPr sz="3600" lang="en-US">
                <a:solidFill>
                  <a:srgbClr val="36363D"/>
                </a:solidFill>
              </a:rPr>
              <a:t>idence</a:t>
            </a:r>
            <a:r>
              <a:rPr sz="3600" lang="en-US">
                <a:solidFill>
                  <a:srgbClr val="36363D"/>
                </a:solidFill>
              </a:rPr>
              <a:t>.</a:t>
            </a:r>
            <a:endParaRPr lang="en-US">
              <a:solidFill>
                <a:srgbClr val="36363D"/>
              </a:solidFill>
            </a:endParaRPr>
          </a:p>
          <a:p>
            <a:pPr algn="ctr"/>
            <a:r>
              <a:rPr sz="3600" lang="en-US">
                <a:solidFill>
                  <a:srgbClr val="36363D"/>
                </a:solidFill>
              </a:rPr>
              <a:t>M</a:t>
            </a:r>
            <a:r>
              <a:rPr sz="3600" lang="en-US">
                <a:solidFill>
                  <a:srgbClr val="36363D"/>
                </a:solidFill>
              </a:rPr>
              <a:t>a</a:t>
            </a:r>
            <a:r>
              <a:rPr sz="3600" lang="en-US">
                <a:solidFill>
                  <a:srgbClr val="36363D"/>
                </a:solidFill>
              </a:rPr>
              <a:t>k</a:t>
            </a:r>
            <a:r>
              <a:rPr sz="3600" lang="en-US">
                <a:solidFill>
                  <a:srgbClr val="36363D"/>
                </a:solidFill>
              </a:rPr>
              <a:t>e</a:t>
            </a:r>
            <a:r>
              <a:rPr sz="3600" lang="en-US">
                <a:solidFill>
                  <a:srgbClr val="36363D"/>
                </a:solidFill>
              </a:rPr>
              <a:t> </a:t>
            </a:r>
            <a:r>
              <a:rPr sz="3600" lang="en-US">
                <a:solidFill>
                  <a:srgbClr val="36363D"/>
                </a:solidFill>
              </a:rPr>
              <a:t>e</a:t>
            </a:r>
            <a:r>
              <a:rPr sz="3600" lang="en-US">
                <a:solidFill>
                  <a:srgbClr val="36363D"/>
                </a:solidFill>
              </a:rPr>
              <a:t>d</a:t>
            </a:r>
            <a:r>
              <a:rPr sz="3600" lang="en-US">
                <a:solidFill>
                  <a:srgbClr val="36363D"/>
                </a:solidFill>
              </a:rPr>
              <a:t>ucation </a:t>
            </a:r>
            <a:r>
              <a:rPr sz="3600" lang="en-US">
                <a:solidFill>
                  <a:srgbClr val="36363D"/>
                </a:solidFill>
              </a:rPr>
              <a:t>s</a:t>
            </a:r>
            <a:r>
              <a:rPr sz="3600" lang="en-US">
                <a:solidFill>
                  <a:srgbClr val="36363D"/>
                </a:solidFill>
              </a:rPr>
              <a:t>y</a:t>
            </a:r>
            <a:r>
              <a:rPr sz="3600" lang="en-US">
                <a:solidFill>
                  <a:srgbClr val="36363D"/>
                </a:solidFill>
              </a:rPr>
              <a:t>s</a:t>
            </a:r>
            <a:r>
              <a:rPr sz="3600" lang="en-US">
                <a:solidFill>
                  <a:srgbClr val="36363D"/>
                </a:solidFill>
              </a:rPr>
              <a:t>tem </a:t>
            </a:r>
            <a:r>
              <a:rPr sz="3600" lang="en-US">
                <a:solidFill>
                  <a:srgbClr val="36363D"/>
                </a:solidFill>
              </a:rPr>
              <a:t>b</a:t>
            </a:r>
            <a:r>
              <a:rPr sz="3600" lang="en-US">
                <a:solidFill>
                  <a:srgbClr val="36363D"/>
                </a:solidFill>
              </a:rPr>
              <a:t>e</a:t>
            </a:r>
            <a:r>
              <a:rPr sz="3600" lang="en-US">
                <a:solidFill>
                  <a:srgbClr val="36363D"/>
                </a:solidFill>
              </a:rPr>
              <a:t>t</a:t>
            </a:r>
            <a:r>
              <a:rPr sz="3600" lang="en-US">
                <a:solidFill>
                  <a:srgbClr val="36363D"/>
                </a:solidFill>
              </a:rPr>
              <a:t>t</a:t>
            </a:r>
            <a:r>
              <a:rPr sz="3600" lang="en-US">
                <a:solidFill>
                  <a:srgbClr val="36363D"/>
                </a:solidFill>
              </a:rPr>
              <a:t>er</a:t>
            </a:r>
            <a:r>
              <a:rPr sz="3600" lang="en-US">
                <a:solidFill>
                  <a:srgbClr val="36363D"/>
                </a:solidFill>
              </a:rPr>
              <a:t>.</a:t>
            </a:r>
            <a:endParaRPr lang="en-US">
              <a:solidFill>
                <a:srgbClr val="36363D"/>
              </a:solidFill>
            </a:endParaRPr>
          </a:p>
        </p:txBody>
      </p:sp>
      <p:sp>
        <p:nvSpPr>
          <p:cNvPr id="1048597" name=""/>
          <p:cNvSpPr>
            <a:spLocks noGrp="1"/>
          </p:cNvSpPr>
          <p:nvPr>
            <p:ph type="body" sz="quarter" idx="3"/>
          </p:nvPr>
        </p:nvSpPr>
        <p:spPr>
          <a:xfrm rot="21600000">
            <a:off x="6620708" y="-11767"/>
            <a:ext cx="4882310" cy="1712467"/>
          </a:xfrm>
        </p:spPr>
        <p:txBody>
          <a:bodyPr anchor="ctr" anchorCtr="1"/>
          <a:p>
            <a:pPr algn="ctr"/>
            <a:r>
              <a:rPr b="1" sz="5400" lang="en-US"/>
              <a:t>R</a:t>
            </a:r>
            <a:r>
              <a:rPr b="1" sz="5400" lang="en-US"/>
              <a:t>O</a:t>
            </a:r>
            <a:r>
              <a:rPr b="1" sz="5400" lang="en-US"/>
              <a:t>L</a:t>
            </a:r>
            <a:r>
              <a:rPr b="1" sz="5400" lang="en-US"/>
              <a:t>E </a:t>
            </a:r>
            <a:r>
              <a:rPr b="1" sz="5400" lang="en-US"/>
              <a:t>M</a:t>
            </a:r>
            <a:r>
              <a:rPr b="1" sz="5400" lang="en-US"/>
              <a:t>O</a:t>
            </a:r>
            <a:r>
              <a:rPr b="1" sz="5400" lang="en-US"/>
              <a:t>DEL </a:t>
            </a:r>
            <a:endParaRPr lang="en-US"/>
          </a:p>
        </p:txBody>
      </p:sp>
      <p:sp>
        <p:nvSpPr>
          <p:cNvPr id="1048598" name=""/>
          <p:cNvSpPr>
            <a:spLocks noGrp="1"/>
          </p:cNvSpPr>
          <p:nvPr>
            <p:ph sz="quarter" idx="4"/>
          </p:nvPr>
        </p:nvSpPr>
        <p:spPr>
          <a:xfrm>
            <a:off x="6729193" y="1571661"/>
            <a:ext cx="4773829" cy="5315414"/>
          </a:xfrm>
        </p:spPr>
        <p:txBody>
          <a:bodyPr anchor="ctr" anchorCtr="1">
            <a:normAutofit/>
          </a:bodyPr>
          <a:p>
            <a:pPr algn="ctr" indent="0" marL="0">
              <a:buNone/>
            </a:pPr>
            <a:r>
              <a:rPr sz="4400" i="1" lang="en-US">
                <a:solidFill>
                  <a:srgbClr val="92D04F"/>
                </a:solidFill>
              </a:rPr>
              <a:t>Q</a:t>
            </a:r>
            <a:r>
              <a:rPr sz="4400" i="1" lang="en-US">
                <a:solidFill>
                  <a:srgbClr val="92D04F"/>
                </a:solidFill>
              </a:rPr>
              <a:t>U</a:t>
            </a:r>
            <a:r>
              <a:rPr sz="4400" i="1" lang="en-US">
                <a:solidFill>
                  <a:srgbClr val="92D04F"/>
                </a:solidFill>
              </a:rPr>
              <a:t>A</a:t>
            </a:r>
            <a:r>
              <a:rPr sz="4400" i="1" lang="en-US">
                <a:solidFill>
                  <a:srgbClr val="92D04F"/>
                </a:solidFill>
              </a:rPr>
              <a:t>I</a:t>
            </a:r>
            <a:r>
              <a:rPr sz="4400" i="1" lang="en-US">
                <a:solidFill>
                  <a:srgbClr val="92D04F"/>
                </a:solidFill>
              </a:rPr>
              <a:t>D-E-AZAM </a:t>
            </a:r>
            <a:endParaRPr lang="en-US"/>
          </a:p>
          <a:p>
            <a:pPr algn="l" indent="0" marL="0">
              <a:buNone/>
            </a:pPr>
            <a:r>
              <a:rPr b="1" sz="3600" i="1" lang="en-US">
                <a:solidFill>
                  <a:srgbClr val="36363D"/>
                </a:solidFill>
              </a:rPr>
              <a:t>W</a:t>
            </a:r>
            <a:r>
              <a:rPr b="1" sz="3600" i="1" lang="en-US">
                <a:solidFill>
                  <a:srgbClr val="36363D"/>
                </a:solidFill>
              </a:rPr>
              <a:t>h</a:t>
            </a:r>
            <a:r>
              <a:rPr b="1" sz="3600" i="1" lang="en-US">
                <a:solidFill>
                  <a:srgbClr val="36363D"/>
                </a:solidFill>
              </a:rPr>
              <a:t>y</a:t>
            </a:r>
            <a:endParaRPr b="1" lang="en-US"/>
          </a:p>
          <a:p>
            <a:pPr algn="ctr"/>
            <a:r>
              <a:rPr sz="3600" lang="en-US">
                <a:solidFill>
                  <a:srgbClr val="36363D"/>
                </a:solidFill>
              </a:rPr>
              <a:t>I</a:t>
            </a:r>
            <a:r>
              <a:rPr sz="3600" lang="en-US">
                <a:solidFill>
                  <a:srgbClr val="36363D"/>
                </a:solidFill>
              </a:rPr>
              <a:t>n</a:t>
            </a:r>
            <a:r>
              <a:rPr sz="3600" lang="en-US">
                <a:solidFill>
                  <a:srgbClr val="36363D"/>
                </a:solidFill>
              </a:rPr>
              <a:t>s</a:t>
            </a:r>
            <a:r>
              <a:rPr sz="3600" lang="en-US">
                <a:solidFill>
                  <a:srgbClr val="36363D"/>
                </a:solidFill>
              </a:rPr>
              <a:t>p</a:t>
            </a:r>
            <a:r>
              <a:rPr sz="3600" lang="en-US">
                <a:solidFill>
                  <a:srgbClr val="36363D"/>
                </a:solidFill>
              </a:rPr>
              <a:t>ire </a:t>
            </a:r>
            <a:r>
              <a:rPr sz="3600" lang="en-US">
                <a:solidFill>
                  <a:srgbClr val="36363D"/>
                </a:solidFill>
              </a:rPr>
              <a:t>m</a:t>
            </a:r>
            <a:r>
              <a:rPr sz="3600" lang="en-US">
                <a:solidFill>
                  <a:srgbClr val="36363D"/>
                </a:solidFill>
              </a:rPr>
              <a:t>e</a:t>
            </a:r>
            <a:r>
              <a:rPr sz="3600" lang="en-US">
                <a:solidFill>
                  <a:srgbClr val="36363D"/>
                </a:solidFill>
              </a:rPr>
              <a:t> </a:t>
            </a:r>
            <a:r>
              <a:rPr sz="3600" lang="en-US">
                <a:solidFill>
                  <a:srgbClr val="36363D"/>
                </a:solidFill>
              </a:rPr>
              <a:t>w</a:t>
            </a:r>
            <a:r>
              <a:rPr sz="3600" lang="en-US">
                <a:solidFill>
                  <a:srgbClr val="36363D"/>
                </a:solidFill>
              </a:rPr>
              <a:t>i</a:t>
            </a:r>
            <a:r>
              <a:rPr b="0" sz="3600" lang="en-US">
                <a:solidFill>
                  <a:srgbClr val="36363D"/>
                </a:solidFill>
              </a:rPr>
              <a:t>th </a:t>
            </a:r>
            <a:r>
              <a:rPr b="0" sz="3600" lang="en-US">
                <a:solidFill>
                  <a:srgbClr val="36363D"/>
                </a:solidFill>
              </a:rPr>
              <a:t>h</a:t>
            </a:r>
            <a:r>
              <a:rPr b="0" sz="3600" lang="en-US">
                <a:solidFill>
                  <a:srgbClr val="36363D"/>
                </a:solidFill>
              </a:rPr>
              <a:t>i</a:t>
            </a:r>
            <a:r>
              <a:rPr b="0" sz="3600" lang="en-US">
                <a:solidFill>
                  <a:srgbClr val="36363D"/>
                </a:solidFill>
              </a:rPr>
              <a:t>s</a:t>
            </a:r>
            <a:r>
              <a:rPr b="0" sz="3600" lang="en-US">
                <a:solidFill>
                  <a:srgbClr val="36363D"/>
                </a:solidFill>
              </a:rPr>
              <a:t> </a:t>
            </a:r>
            <a:r>
              <a:rPr b="0" sz="3600" lang="en-US">
                <a:solidFill>
                  <a:srgbClr val="36363D"/>
                </a:solidFill>
              </a:rPr>
              <a:t>l</a:t>
            </a:r>
            <a:r>
              <a:rPr b="0" sz="3600" lang="en-US">
                <a:solidFill>
                  <a:srgbClr val="36363D"/>
                </a:solidFill>
              </a:rPr>
              <a:t>e</a:t>
            </a:r>
            <a:r>
              <a:rPr b="0" sz="3600" lang="en-US">
                <a:solidFill>
                  <a:srgbClr val="36363D"/>
                </a:solidFill>
              </a:rPr>
              <a:t>a</a:t>
            </a:r>
            <a:r>
              <a:rPr b="0" sz="3600" lang="en-US">
                <a:solidFill>
                  <a:srgbClr val="36363D"/>
                </a:solidFill>
              </a:rPr>
              <a:t>d</a:t>
            </a:r>
            <a:r>
              <a:rPr b="0" sz="3600" lang="en-US">
                <a:solidFill>
                  <a:srgbClr val="36363D"/>
                </a:solidFill>
              </a:rPr>
              <a:t>er</a:t>
            </a:r>
            <a:r>
              <a:rPr b="0" sz="3600" lang="en-US">
                <a:solidFill>
                  <a:srgbClr val="36363D"/>
                </a:solidFill>
              </a:rPr>
              <a:t>s</a:t>
            </a:r>
            <a:r>
              <a:rPr b="0" sz="3600" lang="en-US">
                <a:solidFill>
                  <a:srgbClr val="36363D"/>
                </a:solidFill>
              </a:rPr>
              <a:t>h</a:t>
            </a:r>
            <a:r>
              <a:rPr b="0" sz="3600" lang="en-US">
                <a:solidFill>
                  <a:srgbClr val="36363D"/>
                </a:solidFill>
              </a:rPr>
              <a:t>i</a:t>
            </a:r>
            <a:r>
              <a:rPr b="0" sz="3600" lang="en-US">
                <a:solidFill>
                  <a:srgbClr val="36363D"/>
                </a:solidFill>
              </a:rPr>
              <a:t>p</a:t>
            </a:r>
            <a:r>
              <a:rPr b="0" sz="3600" lang="en-US">
                <a:solidFill>
                  <a:srgbClr val="36363D"/>
                </a:solidFill>
              </a:rPr>
              <a:t> </a:t>
            </a:r>
            <a:r>
              <a:rPr b="0" sz="3600" lang="en-US">
                <a:solidFill>
                  <a:srgbClr val="36363D"/>
                </a:solidFill>
              </a:rPr>
              <a:t>a</a:t>
            </a:r>
            <a:r>
              <a:rPr b="0" sz="3600" lang="en-US">
                <a:solidFill>
                  <a:srgbClr val="36363D"/>
                </a:solidFill>
              </a:rPr>
              <a:t>n</a:t>
            </a:r>
            <a:r>
              <a:rPr b="0" sz="3600" lang="en-US">
                <a:solidFill>
                  <a:srgbClr val="36363D"/>
                </a:solidFill>
              </a:rPr>
              <a:t>d</a:t>
            </a:r>
            <a:r>
              <a:rPr b="0" sz="3600" lang="en-US">
                <a:solidFill>
                  <a:srgbClr val="36363D"/>
                </a:solidFill>
              </a:rPr>
              <a:t> </a:t>
            </a:r>
            <a:r>
              <a:rPr b="0" sz="3600" lang="en-US">
                <a:solidFill>
                  <a:srgbClr val="36363D"/>
                </a:solidFill>
              </a:rPr>
              <a:t>v</a:t>
            </a:r>
            <a:r>
              <a:rPr b="0" sz="3600" lang="en-US">
                <a:solidFill>
                  <a:srgbClr val="36363D"/>
                </a:solidFill>
              </a:rPr>
              <a:t>i</a:t>
            </a:r>
            <a:r>
              <a:rPr b="0" sz="3600" lang="en-US">
                <a:solidFill>
                  <a:srgbClr val="36363D"/>
                </a:solidFill>
              </a:rPr>
              <a:t>s</a:t>
            </a:r>
            <a:r>
              <a:rPr b="0" sz="3600" lang="en-US">
                <a:solidFill>
                  <a:srgbClr val="36363D"/>
                </a:solidFill>
              </a:rPr>
              <a:t>i</a:t>
            </a:r>
            <a:r>
              <a:rPr b="0" sz="3600" lang="en-US">
                <a:solidFill>
                  <a:srgbClr val="36363D"/>
                </a:solidFill>
              </a:rPr>
              <a:t>on</a:t>
            </a:r>
            <a:r>
              <a:rPr b="0" sz="3600" lang="en-US">
                <a:solidFill>
                  <a:srgbClr val="36363D"/>
                </a:solidFill>
              </a:rPr>
              <a:t>.</a:t>
            </a:r>
            <a:endParaRPr lang="en-US"/>
          </a:p>
          <a:p>
            <a:pPr algn="ctr"/>
            <a:r>
              <a:rPr b="0" sz="3600" lang="en-US">
                <a:solidFill>
                  <a:srgbClr val="36363D"/>
                </a:solidFill>
              </a:rPr>
              <a:t>T</a:t>
            </a:r>
            <a:r>
              <a:rPr b="0" sz="3600" lang="en-US">
                <a:solidFill>
                  <a:srgbClr val="36363D"/>
                </a:solidFill>
              </a:rPr>
              <a:t>a</a:t>
            </a:r>
            <a:r>
              <a:rPr b="0" sz="3600" lang="en-US">
                <a:solidFill>
                  <a:srgbClr val="36363D"/>
                </a:solidFill>
              </a:rPr>
              <a:t>u</a:t>
            </a:r>
            <a:r>
              <a:rPr b="0" sz="3600" lang="en-US">
                <a:solidFill>
                  <a:srgbClr val="36363D"/>
                </a:solidFill>
              </a:rPr>
              <a:t>ght </a:t>
            </a:r>
            <a:r>
              <a:rPr b="0" sz="3600" lang="en-US">
                <a:solidFill>
                  <a:srgbClr val="36363D"/>
                </a:solidFill>
              </a:rPr>
              <a:t>m</a:t>
            </a:r>
            <a:r>
              <a:rPr b="0" sz="3600" lang="en-US">
                <a:solidFill>
                  <a:srgbClr val="36363D"/>
                </a:solidFill>
              </a:rPr>
              <a:t>e</a:t>
            </a:r>
            <a:r>
              <a:rPr b="0" sz="3600" lang="en-US">
                <a:solidFill>
                  <a:srgbClr val="36363D"/>
                </a:solidFill>
              </a:rPr>
              <a:t> </a:t>
            </a:r>
            <a:r>
              <a:rPr b="0" sz="3600" lang="en-US">
                <a:solidFill>
                  <a:srgbClr val="36363D"/>
                </a:solidFill>
              </a:rPr>
              <a:t>t</a:t>
            </a:r>
            <a:r>
              <a:rPr b="0" sz="3600" lang="en-US">
                <a:solidFill>
                  <a:srgbClr val="36363D"/>
                </a:solidFill>
              </a:rPr>
              <a:t>h</a:t>
            </a:r>
            <a:r>
              <a:rPr b="0" sz="3600" lang="en-US">
                <a:solidFill>
                  <a:srgbClr val="36363D"/>
                </a:solidFill>
              </a:rPr>
              <a:t>e</a:t>
            </a:r>
            <a:r>
              <a:rPr b="0" sz="3600" lang="en-US">
                <a:solidFill>
                  <a:srgbClr val="36363D"/>
                </a:solidFill>
              </a:rPr>
              <a:t> </a:t>
            </a:r>
            <a:r>
              <a:rPr b="0" sz="3600" lang="en-US">
                <a:solidFill>
                  <a:srgbClr val="36363D"/>
                </a:solidFill>
              </a:rPr>
              <a:t>v</a:t>
            </a:r>
            <a:r>
              <a:rPr b="0" sz="3600" lang="en-US">
                <a:solidFill>
                  <a:srgbClr val="36363D"/>
                </a:solidFill>
              </a:rPr>
              <a:t>a</a:t>
            </a:r>
            <a:r>
              <a:rPr b="0" sz="3600" lang="en-US">
                <a:solidFill>
                  <a:srgbClr val="36363D"/>
                </a:solidFill>
              </a:rPr>
              <a:t>l</a:t>
            </a:r>
            <a:r>
              <a:rPr b="0" sz="3600" lang="en-US">
                <a:solidFill>
                  <a:srgbClr val="36363D"/>
                </a:solidFill>
              </a:rPr>
              <a:t>u</a:t>
            </a:r>
            <a:r>
              <a:rPr b="0" sz="3600" lang="en-US">
                <a:solidFill>
                  <a:srgbClr val="36363D"/>
                </a:solidFill>
              </a:rPr>
              <a:t>e</a:t>
            </a:r>
            <a:r>
              <a:rPr b="0" sz="3600" lang="en-US">
                <a:solidFill>
                  <a:srgbClr val="36363D"/>
                </a:solidFill>
              </a:rPr>
              <a:t> </a:t>
            </a:r>
            <a:r>
              <a:rPr b="0" sz="3600" lang="en-US">
                <a:solidFill>
                  <a:srgbClr val="36363D"/>
                </a:solidFill>
              </a:rPr>
              <a:t>o</a:t>
            </a:r>
            <a:r>
              <a:rPr b="0" sz="3600" lang="en-US">
                <a:solidFill>
                  <a:srgbClr val="36363D"/>
                </a:solidFill>
              </a:rPr>
              <a:t>f</a:t>
            </a:r>
            <a:r>
              <a:rPr b="0" sz="3600" lang="en-US">
                <a:solidFill>
                  <a:srgbClr val="36363D"/>
                </a:solidFill>
              </a:rPr>
              <a:t> </a:t>
            </a:r>
            <a:r>
              <a:rPr b="0" sz="3600" lang="en-US">
                <a:solidFill>
                  <a:srgbClr val="36363D"/>
                </a:solidFill>
              </a:rPr>
              <a:t>h</a:t>
            </a:r>
            <a:r>
              <a:rPr b="0" sz="3600" lang="en-US">
                <a:solidFill>
                  <a:srgbClr val="36363D"/>
                </a:solidFill>
              </a:rPr>
              <a:t>a</a:t>
            </a:r>
            <a:r>
              <a:rPr b="0" sz="3600" lang="en-US">
                <a:solidFill>
                  <a:srgbClr val="36363D"/>
                </a:solidFill>
              </a:rPr>
              <a:t>r</a:t>
            </a:r>
            <a:r>
              <a:rPr b="0" sz="3600" lang="en-US">
                <a:solidFill>
                  <a:srgbClr val="36363D"/>
                </a:solidFill>
              </a:rPr>
              <a:t>d</a:t>
            </a:r>
            <a:r>
              <a:rPr b="0" sz="3600" lang="en-US">
                <a:solidFill>
                  <a:srgbClr val="36363D"/>
                </a:solidFill>
              </a:rPr>
              <a:t> </a:t>
            </a:r>
            <a:r>
              <a:rPr b="0" sz="3600" lang="en-US">
                <a:solidFill>
                  <a:srgbClr val="36363D"/>
                </a:solidFill>
              </a:rPr>
              <a:t>w</a:t>
            </a:r>
            <a:r>
              <a:rPr b="0" sz="3600" lang="en-US">
                <a:solidFill>
                  <a:srgbClr val="36363D"/>
                </a:solidFill>
              </a:rPr>
              <a:t>o</a:t>
            </a:r>
            <a:r>
              <a:rPr b="0" sz="3600" lang="en-US">
                <a:solidFill>
                  <a:srgbClr val="36363D"/>
                </a:solidFill>
              </a:rPr>
              <a:t>r</a:t>
            </a:r>
            <a:r>
              <a:rPr b="0" sz="3600" lang="en-US">
                <a:solidFill>
                  <a:srgbClr val="36363D"/>
                </a:solidFill>
              </a:rPr>
              <a:t>k </a:t>
            </a:r>
            <a:r>
              <a:rPr b="0" sz="3600" lang="en-US">
                <a:solidFill>
                  <a:srgbClr val="36363D"/>
                </a:solidFill>
              </a:rPr>
              <a:t>a</a:t>
            </a:r>
            <a:r>
              <a:rPr b="0" sz="3600" lang="en-US">
                <a:solidFill>
                  <a:srgbClr val="36363D"/>
                </a:solidFill>
              </a:rPr>
              <a:t>n</a:t>
            </a:r>
            <a:r>
              <a:rPr b="0" sz="3600" lang="en-US">
                <a:solidFill>
                  <a:srgbClr val="36363D"/>
                </a:solidFill>
              </a:rPr>
              <a:t>d</a:t>
            </a:r>
            <a:r>
              <a:rPr b="0" sz="3600" lang="en-US">
                <a:solidFill>
                  <a:srgbClr val="36363D"/>
                </a:solidFill>
              </a:rPr>
              <a:t> </a:t>
            </a:r>
            <a:r>
              <a:rPr b="0" sz="3600" lang="en-US">
                <a:solidFill>
                  <a:srgbClr val="36363D"/>
                </a:solidFill>
              </a:rPr>
              <a:t>h</a:t>
            </a:r>
            <a:r>
              <a:rPr b="0" sz="3600" lang="en-US">
                <a:solidFill>
                  <a:srgbClr val="36363D"/>
                </a:solidFill>
              </a:rPr>
              <a:t>o</a:t>
            </a:r>
            <a:r>
              <a:rPr b="0" sz="3600" lang="en-US">
                <a:solidFill>
                  <a:srgbClr val="36363D"/>
                </a:solidFill>
              </a:rPr>
              <a:t>n</a:t>
            </a:r>
            <a:r>
              <a:rPr b="0" sz="3600" lang="en-US">
                <a:solidFill>
                  <a:srgbClr val="36363D"/>
                </a:solidFill>
              </a:rPr>
              <a:t>e</a:t>
            </a:r>
            <a:r>
              <a:rPr b="0" sz="3600" lang="en-US">
                <a:solidFill>
                  <a:srgbClr val="36363D"/>
                </a:solidFill>
              </a:rPr>
              <a:t>s</a:t>
            </a:r>
            <a:r>
              <a:rPr b="0" sz="3600" lang="en-US">
                <a:solidFill>
                  <a:srgbClr val="36363D"/>
                </a:solidFill>
              </a:rPr>
              <a:t>t</a:t>
            </a:r>
            <a:r>
              <a:rPr b="0" sz="3600" lang="en-US">
                <a:solidFill>
                  <a:srgbClr val="36363D"/>
                </a:solidFill>
              </a:rPr>
              <a:t>y</a:t>
            </a:r>
            <a:r>
              <a:rPr b="0" sz="3600" lang="en-US">
                <a:solidFill>
                  <a:srgbClr val="36363D"/>
                </a:solidFill>
              </a:rPr>
              <a:t>.</a:t>
            </a:r>
            <a:endParaRPr lang="en-US"/>
          </a:p>
          <a:p>
            <a:pPr algn="ctr"/>
            <a:r>
              <a:rPr b="0" sz="3600" lang="en-US">
                <a:solidFill>
                  <a:srgbClr val="36363D"/>
                </a:solidFill>
              </a:rPr>
              <a:t>S</a:t>
            </a:r>
            <a:r>
              <a:rPr b="0" sz="3600" lang="en-US">
                <a:solidFill>
                  <a:srgbClr val="36363D"/>
                </a:solidFill>
              </a:rPr>
              <a:t>h</a:t>
            </a:r>
            <a:r>
              <a:rPr b="0" sz="3600" lang="en-US">
                <a:solidFill>
                  <a:srgbClr val="36363D"/>
                </a:solidFill>
              </a:rPr>
              <a:t>o</a:t>
            </a:r>
            <a:r>
              <a:rPr b="0" sz="3600" lang="en-US">
                <a:solidFill>
                  <a:srgbClr val="36363D"/>
                </a:solidFill>
              </a:rPr>
              <a:t>w</a:t>
            </a:r>
            <a:r>
              <a:rPr b="0" sz="3600" lang="en-US">
                <a:solidFill>
                  <a:srgbClr val="36363D"/>
                </a:solidFill>
              </a:rPr>
              <a:t>e</a:t>
            </a:r>
            <a:r>
              <a:rPr b="0" sz="3600" lang="en-US">
                <a:solidFill>
                  <a:srgbClr val="36363D"/>
                </a:solidFill>
              </a:rPr>
              <a:t>d</a:t>
            </a:r>
            <a:r>
              <a:rPr b="0" sz="3600" lang="en-US">
                <a:solidFill>
                  <a:srgbClr val="36363D"/>
                </a:solidFill>
              </a:rPr>
              <a:t> </a:t>
            </a:r>
            <a:r>
              <a:rPr b="0" sz="3600" lang="en-US">
                <a:solidFill>
                  <a:srgbClr val="36363D"/>
                </a:solidFill>
              </a:rPr>
              <a:t>courage </a:t>
            </a:r>
            <a:r>
              <a:rPr b="0" sz="3600" lang="en-US">
                <a:solidFill>
                  <a:srgbClr val="36363D"/>
                </a:solidFill>
              </a:rPr>
              <a:t>i</a:t>
            </a:r>
            <a:r>
              <a:rPr b="0" sz="3600" lang="en-US">
                <a:solidFill>
                  <a:srgbClr val="36363D"/>
                </a:solidFill>
              </a:rPr>
              <a:t>n</a:t>
            </a:r>
            <a:r>
              <a:rPr b="0" sz="3600" lang="en-US">
                <a:solidFill>
                  <a:srgbClr val="36363D"/>
                </a:solidFill>
              </a:rPr>
              <a:t> </a:t>
            </a:r>
            <a:r>
              <a:rPr b="0" sz="3600" lang="en-US">
                <a:solidFill>
                  <a:srgbClr val="36363D"/>
                </a:solidFill>
              </a:rPr>
              <a:t>d</a:t>
            </a:r>
            <a:r>
              <a:rPr b="0" sz="3600" lang="en-US">
                <a:solidFill>
                  <a:srgbClr val="36363D"/>
                </a:solidFill>
              </a:rPr>
              <a:t>i</a:t>
            </a:r>
            <a:r>
              <a:rPr b="0" sz="3600" lang="en-US">
                <a:solidFill>
                  <a:srgbClr val="36363D"/>
                </a:solidFill>
              </a:rPr>
              <a:t>f</a:t>
            </a:r>
            <a:r>
              <a:rPr b="0" sz="3600" lang="en-US">
                <a:solidFill>
                  <a:srgbClr val="36363D"/>
                </a:solidFill>
              </a:rPr>
              <a:t>f</a:t>
            </a:r>
            <a:r>
              <a:rPr b="0" sz="3600" lang="en-US">
                <a:solidFill>
                  <a:srgbClr val="36363D"/>
                </a:solidFill>
              </a:rPr>
              <a:t>i</a:t>
            </a:r>
            <a:r>
              <a:rPr b="0" sz="3600" lang="en-US">
                <a:solidFill>
                  <a:srgbClr val="36363D"/>
                </a:solidFill>
              </a:rPr>
              <a:t>c</a:t>
            </a:r>
            <a:r>
              <a:rPr b="0" sz="3600" lang="en-US">
                <a:solidFill>
                  <a:srgbClr val="36363D"/>
                </a:solidFill>
              </a:rPr>
              <a:t>u</a:t>
            </a:r>
            <a:r>
              <a:rPr b="0" sz="3600" lang="en-US">
                <a:solidFill>
                  <a:srgbClr val="36363D"/>
                </a:solidFill>
              </a:rPr>
              <a:t>l</a:t>
            </a:r>
            <a:r>
              <a:rPr b="0" sz="3600" lang="en-US">
                <a:solidFill>
                  <a:srgbClr val="36363D"/>
                </a:solidFill>
              </a:rPr>
              <a:t>t</a:t>
            </a:r>
            <a:r>
              <a:rPr b="0" sz="3600" lang="en-US">
                <a:solidFill>
                  <a:srgbClr val="36363D"/>
                </a:solidFill>
              </a:rPr>
              <a:t> </a:t>
            </a:r>
            <a:r>
              <a:rPr b="0" sz="3600" lang="en-US">
                <a:solidFill>
                  <a:srgbClr val="36363D"/>
                </a:solidFill>
              </a:rPr>
              <a:t>t</a:t>
            </a:r>
            <a:r>
              <a:rPr b="0" sz="3600" lang="en-US">
                <a:solidFill>
                  <a:srgbClr val="36363D"/>
                </a:solidFill>
              </a:rPr>
              <a:t>i</a:t>
            </a:r>
            <a:r>
              <a:rPr b="0" sz="3600" lang="en-US">
                <a:solidFill>
                  <a:srgbClr val="36363D"/>
                </a:solidFill>
              </a:rPr>
              <a:t>m</a:t>
            </a:r>
            <a:r>
              <a:rPr b="0" sz="3600" lang="en-US">
                <a:solidFill>
                  <a:srgbClr val="36363D"/>
                </a:solidFill>
              </a:rPr>
              <a:t>e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</p:bgPr>
    </p:bg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8" name=""/>
          <p:cNvSpPr>
            <a:spLocks noGrp="1"/>
          </p:cNvSpPr>
          <p:nvPr>
            <p:ph type="subTitle" idx="1"/>
          </p:nvPr>
        </p:nvSpPr>
        <p:spPr>
          <a:xfrm>
            <a:off x="4220968" y="476488"/>
            <a:ext cx="6987645" cy="4993929"/>
          </a:xfrm>
        </p:spPr>
        <p:txBody>
          <a:bodyPr anchor="ctr" anchorCtr="1"/>
          <a:p>
            <a:pPr algn="ctr"/>
            <a:r>
              <a:rPr b="1" sz="4400" lang="en-US">
                <a:solidFill>
                  <a:srgbClr val="92D04F"/>
                </a:solidFill>
              </a:rPr>
              <a:t>I</a:t>
            </a:r>
            <a:r>
              <a:rPr b="1" sz="4400" lang="en-US">
                <a:solidFill>
                  <a:srgbClr val="92D04F"/>
                </a:solidFill>
              </a:rPr>
              <a:t>n</a:t>
            </a:r>
            <a:r>
              <a:rPr b="1" sz="4400" lang="en-US">
                <a:solidFill>
                  <a:srgbClr val="92D04F"/>
                </a:solidFill>
              </a:rPr>
              <a:t> </a:t>
            </a:r>
            <a:r>
              <a:rPr b="1" sz="4400" lang="en-US">
                <a:solidFill>
                  <a:srgbClr val="92D04F"/>
                </a:solidFill>
              </a:rPr>
              <a:t>c</a:t>
            </a:r>
            <a:r>
              <a:rPr b="1" sz="4400" lang="en-US">
                <a:solidFill>
                  <a:srgbClr val="92D04F"/>
                </a:solidFill>
              </a:rPr>
              <a:t>o</a:t>
            </a:r>
            <a:r>
              <a:rPr b="1" sz="4400" lang="en-US">
                <a:solidFill>
                  <a:srgbClr val="92D04F"/>
                </a:solidFill>
              </a:rPr>
              <a:t>n</a:t>
            </a:r>
            <a:r>
              <a:rPr b="1" sz="4400" lang="en-US">
                <a:solidFill>
                  <a:srgbClr val="92D04F"/>
                </a:solidFill>
              </a:rPr>
              <a:t>c</a:t>
            </a:r>
            <a:r>
              <a:rPr b="1" sz="4400" lang="en-US">
                <a:solidFill>
                  <a:srgbClr val="92D04F"/>
                </a:solidFill>
              </a:rPr>
              <a:t>l</a:t>
            </a:r>
            <a:r>
              <a:rPr b="1" sz="4400" lang="en-US">
                <a:solidFill>
                  <a:srgbClr val="92D04F"/>
                </a:solidFill>
              </a:rPr>
              <a:t>u</a:t>
            </a:r>
            <a:r>
              <a:rPr b="1" sz="4400" lang="en-US">
                <a:solidFill>
                  <a:srgbClr val="92D04F"/>
                </a:solidFill>
              </a:rPr>
              <a:t>s</a:t>
            </a:r>
            <a:r>
              <a:rPr b="1" sz="4400" lang="en-US">
                <a:solidFill>
                  <a:srgbClr val="92D04F"/>
                </a:solidFill>
              </a:rPr>
              <a:t>i</a:t>
            </a:r>
            <a:r>
              <a:rPr b="1" sz="4400" lang="en-US">
                <a:solidFill>
                  <a:srgbClr val="92D04F"/>
                </a:solidFill>
              </a:rPr>
              <a:t>o</a:t>
            </a:r>
            <a:r>
              <a:rPr b="1" sz="4400" lang="en-US">
                <a:solidFill>
                  <a:srgbClr val="92D04F"/>
                </a:solidFill>
              </a:rPr>
              <a:t>n</a:t>
            </a:r>
            <a:r>
              <a:rPr b="1" sz="4400" lang="en-US">
                <a:solidFill>
                  <a:srgbClr val="92D04F"/>
                </a:solidFill>
              </a:rPr>
              <a:t>,</a:t>
            </a:r>
            <a:r>
              <a:rPr b="1" sz="4400" lang="en-US">
                <a:solidFill>
                  <a:srgbClr val="92D04F"/>
                </a:solidFill>
              </a:rPr>
              <a:t>m</a:t>
            </a:r>
            <a:r>
              <a:rPr b="1" sz="4400" lang="en-US">
                <a:solidFill>
                  <a:srgbClr val="92D04F"/>
                </a:solidFill>
              </a:rPr>
              <a:t>y</a:t>
            </a:r>
            <a:r>
              <a:rPr b="1" sz="4400" lang="en-US">
                <a:solidFill>
                  <a:srgbClr val="92D04F"/>
                </a:solidFill>
              </a:rPr>
              <a:t> </a:t>
            </a:r>
            <a:r>
              <a:rPr b="1" sz="4400" lang="en-US">
                <a:solidFill>
                  <a:srgbClr val="92D04F"/>
                </a:solidFill>
              </a:rPr>
              <a:t>s</a:t>
            </a:r>
            <a:r>
              <a:rPr b="1" sz="4400" lang="en-US">
                <a:solidFill>
                  <a:srgbClr val="92D04F"/>
                </a:solidFill>
              </a:rPr>
              <a:t>t</a:t>
            </a:r>
            <a:r>
              <a:rPr b="1" sz="4400" lang="en-US">
                <a:solidFill>
                  <a:srgbClr val="92D04F"/>
                </a:solidFill>
              </a:rPr>
              <a:t>rength</a:t>
            </a:r>
            <a:r>
              <a:rPr b="1" sz="4400" lang="en-US">
                <a:solidFill>
                  <a:srgbClr val="92D04F"/>
                </a:solidFill>
              </a:rPr>
              <a:t> g</a:t>
            </a:r>
            <a:r>
              <a:rPr b="1" sz="4400" lang="en-US">
                <a:solidFill>
                  <a:srgbClr val="92D04F"/>
                </a:solidFill>
              </a:rPr>
              <a:t>u</a:t>
            </a:r>
            <a:r>
              <a:rPr b="1" sz="4400" lang="en-US">
                <a:solidFill>
                  <a:srgbClr val="92D04F"/>
                </a:solidFill>
              </a:rPr>
              <a:t>i</a:t>
            </a:r>
            <a:r>
              <a:rPr b="1" sz="4400" lang="en-US">
                <a:solidFill>
                  <a:srgbClr val="92D04F"/>
                </a:solidFill>
              </a:rPr>
              <a:t>d</a:t>
            </a:r>
            <a:r>
              <a:rPr b="1" sz="4400" lang="en-US">
                <a:solidFill>
                  <a:srgbClr val="92D04F"/>
                </a:solidFill>
              </a:rPr>
              <a:t>e</a:t>
            </a:r>
            <a:r>
              <a:rPr b="1" sz="4400" lang="en-US">
                <a:solidFill>
                  <a:srgbClr val="92D04F"/>
                </a:solidFill>
              </a:rPr>
              <a:t> </a:t>
            </a:r>
            <a:r>
              <a:rPr b="1" sz="4400" lang="en-US">
                <a:solidFill>
                  <a:srgbClr val="92D04F"/>
                </a:solidFill>
              </a:rPr>
              <a:t>m</a:t>
            </a:r>
            <a:r>
              <a:rPr b="1" sz="4400" lang="en-US">
                <a:solidFill>
                  <a:srgbClr val="92D04F"/>
                </a:solidFill>
              </a:rPr>
              <a:t>e</a:t>
            </a:r>
            <a:r>
              <a:rPr b="1" sz="4400" lang="en-US">
                <a:solidFill>
                  <a:srgbClr val="92D04F"/>
                </a:solidFill>
              </a:rPr>
              <a:t>,</a:t>
            </a:r>
            <a:r>
              <a:rPr b="1" sz="4400" lang="en-US">
                <a:solidFill>
                  <a:srgbClr val="92D04F"/>
                </a:solidFill>
              </a:rPr>
              <a:t> </a:t>
            </a:r>
            <a:r>
              <a:rPr b="1" sz="4400" lang="en-US">
                <a:solidFill>
                  <a:srgbClr val="92D04F"/>
                </a:solidFill>
              </a:rPr>
              <a:t>m</a:t>
            </a:r>
            <a:r>
              <a:rPr b="1" sz="4400" lang="en-US">
                <a:solidFill>
                  <a:srgbClr val="92D04F"/>
                </a:solidFill>
              </a:rPr>
              <a:t>y</a:t>
            </a:r>
            <a:r>
              <a:rPr b="1" sz="4400" lang="en-US">
                <a:solidFill>
                  <a:srgbClr val="92D04F"/>
                </a:solidFill>
              </a:rPr>
              <a:t> </a:t>
            </a:r>
            <a:r>
              <a:rPr b="1" sz="4400" lang="en-US">
                <a:solidFill>
                  <a:srgbClr val="92D04F"/>
                </a:solidFill>
              </a:rPr>
              <a:t>r</a:t>
            </a:r>
            <a:r>
              <a:rPr b="1" sz="4400" lang="en-US">
                <a:solidFill>
                  <a:srgbClr val="92D04F"/>
                </a:solidFill>
              </a:rPr>
              <a:t>o</a:t>
            </a:r>
            <a:r>
              <a:rPr b="1" sz="4400" lang="en-US">
                <a:solidFill>
                  <a:srgbClr val="92D04F"/>
                </a:solidFill>
              </a:rPr>
              <a:t>l</a:t>
            </a:r>
            <a:r>
              <a:rPr b="1" sz="4400" lang="en-US">
                <a:solidFill>
                  <a:srgbClr val="92D04F"/>
                </a:solidFill>
              </a:rPr>
              <a:t>e</a:t>
            </a:r>
            <a:r>
              <a:rPr b="1" sz="4400" lang="en-US">
                <a:solidFill>
                  <a:srgbClr val="92D04F"/>
                </a:solidFill>
              </a:rPr>
              <a:t> </a:t>
            </a:r>
            <a:r>
              <a:rPr b="1" sz="4400" lang="en-US">
                <a:solidFill>
                  <a:srgbClr val="92D04F"/>
                </a:solidFill>
              </a:rPr>
              <a:t>model </a:t>
            </a:r>
            <a:r>
              <a:rPr b="1" sz="4400" lang="en-US">
                <a:solidFill>
                  <a:srgbClr val="92D04F"/>
                </a:solidFill>
              </a:rPr>
              <a:t>i</a:t>
            </a:r>
            <a:r>
              <a:rPr b="1" sz="4400" lang="en-US">
                <a:solidFill>
                  <a:srgbClr val="92D04F"/>
                </a:solidFill>
              </a:rPr>
              <a:t>n</a:t>
            </a:r>
            <a:r>
              <a:rPr b="1" sz="4400" lang="en-US">
                <a:solidFill>
                  <a:srgbClr val="92D04F"/>
                </a:solidFill>
              </a:rPr>
              <a:t>s</a:t>
            </a:r>
            <a:r>
              <a:rPr b="1" sz="4400" lang="en-US">
                <a:solidFill>
                  <a:srgbClr val="92D04F"/>
                </a:solidFill>
              </a:rPr>
              <a:t>p</a:t>
            </a:r>
            <a:r>
              <a:rPr b="1" sz="4400" lang="en-US">
                <a:solidFill>
                  <a:srgbClr val="92D04F"/>
                </a:solidFill>
              </a:rPr>
              <a:t>ire </a:t>
            </a:r>
            <a:r>
              <a:rPr b="1" sz="4400" lang="en-US">
                <a:solidFill>
                  <a:srgbClr val="92D04F"/>
                </a:solidFill>
              </a:rPr>
              <a:t>m</a:t>
            </a:r>
            <a:r>
              <a:rPr b="1" sz="4400" lang="en-US">
                <a:solidFill>
                  <a:srgbClr val="92D04F"/>
                </a:solidFill>
              </a:rPr>
              <a:t>e</a:t>
            </a:r>
            <a:r>
              <a:rPr b="1" sz="4400" lang="en-US">
                <a:solidFill>
                  <a:srgbClr val="92D04F"/>
                </a:solidFill>
              </a:rPr>
              <a:t>,</a:t>
            </a:r>
            <a:r>
              <a:rPr b="1" sz="4400" lang="en-US">
                <a:solidFill>
                  <a:srgbClr val="92D04F"/>
                </a:solidFill>
              </a:rPr>
              <a:t> </a:t>
            </a:r>
            <a:r>
              <a:rPr b="1" sz="4400" lang="en-US">
                <a:solidFill>
                  <a:srgbClr val="92D04F"/>
                </a:solidFill>
              </a:rPr>
              <a:t>m</a:t>
            </a:r>
            <a:r>
              <a:rPr b="1" sz="4400" lang="en-US">
                <a:solidFill>
                  <a:srgbClr val="92D04F"/>
                </a:solidFill>
              </a:rPr>
              <a:t>y</a:t>
            </a:r>
            <a:r>
              <a:rPr b="1" sz="4400" lang="en-US">
                <a:solidFill>
                  <a:srgbClr val="92D04F"/>
                </a:solidFill>
              </a:rPr>
              <a:t> </a:t>
            </a:r>
            <a:r>
              <a:rPr b="1" sz="4400" lang="en-US">
                <a:solidFill>
                  <a:srgbClr val="92D04F"/>
                </a:solidFill>
              </a:rPr>
              <a:t>g</a:t>
            </a:r>
            <a:r>
              <a:rPr b="1" sz="4400" lang="en-US">
                <a:solidFill>
                  <a:srgbClr val="92D04F"/>
                </a:solidFill>
              </a:rPr>
              <a:t>o</a:t>
            </a:r>
            <a:r>
              <a:rPr b="1" sz="4400" lang="en-US">
                <a:solidFill>
                  <a:srgbClr val="92D04F"/>
                </a:solidFill>
              </a:rPr>
              <a:t>a</a:t>
            </a:r>
            <a:r>
              <a:rPr b="1" sz="4400" lang="en-US">
                <a:solidFill>
                  <a:srgbClr val="92D04F"/>
                </a:solidFill>
              </a:rPr>
              <a:t>l </a:t>
            </a:r>
            <a:r>
              <a:rPr b="1" sz="4400" lang="en-US">
                <a:solidFill>
                  <a:srgbClr val="92D04F"/>
                </a:solidFill>
              </a:rPr>
              <a:t>o</a:t>
            </a:r>
            <a:r>
              <a:rPr b="1" sz="4400" lang="en-US">
                <a:solidFill>
                  <a:srgbClr val="92D04F"/>
                </a:solidFill>
              </a:rPr>
              <a:t>f</a:t>
            </a:r>
            <a:r>
              <a:rPr b="1" sz="4400" lang="en-US">
                <a:solidFill>
                  <a:srgbClr val="92D04F"/>
                </a:solidFill>
              </a:rPr>
              <a:t> </a:t>
            </a:r>
            <a:r>
              <a:rPr b="1" sz="4400" lang="en-US">
                <a:solidFill>
                  <a:srgbClr val="92D04F"/>
                </a:solidFill>
              </a:rPr>
              <a:t>b</a:t>
            </a:r>
            <a:r>
              <a:rPr b="1" sz="4400" lang="en-US">
                <a:solidFill>
                  <a:srgbClr val="92D04F"/>
                </a:solidFill>
              </a:rPr>
              <a:t>e</a:t>
            </a:r>
            <a:r>
              <a:rPr b="1" sz="4400" lang="en-US">
                <a:solidFill>
                  <a:srgbClr val="92D04F"/>
                </a:solidFill>
              </a:rPr>
              <a:t>c</a:t>
            </a:r>
            <a:r>
              <a:rPr b="1" sz="4400" lang="en-US">
                <a:solidFill>
                  <a:srgbClr val="92D04F"/>
                </a:solidFill>
              </a:rPr>
              <a:t>o</a:t>
            </a:r>
            <a:r>
              <a:rPr b="1" sz="4400" lang="en-US">
                <a:solidFill>
                  <a:srgbClr val="92D04F"/>
                </a:solidFill>
              </a:rPr>
              <a:t>m</a:t>
            </a:r>
            <a:r>
              <a:rPr b="1" sz="4400" lang="en-US">
                <a:solidFill>
                  <a:srgbClr val="92D04F"/>
                </a:solidFill>
              </a:rPr>
              <a:t>ing </a:t>
            </a:r>
            <a:r>
              <a:rPr b="1" sz="4400" lang="en-US">
                <a:solidFill>
                  <a:srgbClr val="92D04F"/>
                </a:solidFill>
              </a:rPr>
              <a:t>a</a:t>
            </a:r>
            <a:r>
              <a:rPr b="1" sz="4400" lang="en-US">
                <a:solidFill>
                  <a:srgbClr val="92D04F"/>
                </a:solidFill>
              </a:rPr>
              <a:t> </a:t>
            </a:r>
            <a:r>
              <a:rPr b="1" sz="4400" lang="en-US">
                <a:solidFill>
                  <a:srgbClr val="92D04F"/>
                </a:solidFill>
              </a:rPr>
              <a:t>t</a:t>
            </a:r>
            <a:r>
              <a:rPr b="1" sz="4400" lang="en-US">
                <a:solidFill>
                  <a:srgbClr val="92D04F"/>
                </a:solidFill>
              </a:rPr>
              <a:t>e</a:t>
            </a:r>
            <a:r>
              <a:rPr b="1" sz="4400" lang="en-US">
                <a:solidFill>
                  <a:srgbClr val="92D04F"/>
                </a:solidFill>
              </a:rPr>
              <a:t>a</a:t>
            </a:r>
            <a:r>
              <a:rPr b="1" sz="4400" lang="en-US">
                <a:solidFill>
                  <a:srgbClr val="92D04F"/>
                </a:solidFill>
              </a:rPr>
              <a:t>c</a:t>
            </a:r>
            <a:r>
              <a:rPr b="1" sz="4400" lang="en-US">
                <a:solidFill>
                  <a:srgbClr val="92D04F"/>
                </a:solidFill>
              </a:rPr>
              <a:t>her </a:t>
            </a:r>
            <a:r>
              <a:rPr b="1" sz="4400" lang="en-US">
                <a:solidFill>
                  <a:srgbClr val="92D04F"/>
                </a:solidFill>
              </a:rPr>
              <a:t>g</a:t>
            </a:r>
            <a:r>
              <a:rPr b="1" sz="4400" lang="en-US">
                <a:solidFill>
                  <a:srgbClr val="92D04F"/>
                </a:solidFill>
              </a:rPr>
              <a:t>i</a:t>
            </a:r>
            <a:r>
              <a:rPr b="1" sz="4400" lang="en-US">
                <a:solidFill>
                  <a:srgbClr val="92D04F"/>
                </a:solidFill>
              </a:rPr>
              <a:t>v</a:t>
            </a:r>
            <a:r>
              <a:rPr b="1" sz="4400" lang="en-US">
                <a:solidFill>
                  <a:srgbClr val="92D04F"/>
                </a:solidFill>
              </a:rPr>
              <a:t>e</a:t>
            </a:r>
            <a:r>
              <a:rPr b="1" sz="4400" lang="en-US">
                <a:solidFill>
                  <a:srgbClr val="92D04F"/>
                </a:solidFill>
              </a:rPr>
              <a:t> </a:t>
            </a:r>
            <a:r>
              <a:rPr b="1" sz="4400" lang="en-US">
                <a:solidFill>
                  <a:srgbClr val="92D04F"/>
                </a:solidFill>
              </a:rPr>
              <a:t>m</a:t>
            </a:r>
            <a:r>
              <a:rPr b="1" sz="4400" lang="en-US">
                <a:solidFill>
                  <a:srgbClr val="92D04F"/>
                </a:solidFill>
              </a:rPr>
              <a:t>e</a:t>
            </a:r>
            <a:r>
              <a:rPr b="1" sz="4400" lang="en-US">
                <a:solidFill>
                  <a:srgbClr val="92D04F"/>
                </a:solidFill>
              </a:rPr>
              <a:t> </a:t>
            </a:r>
            <a:r>
              <a:rPr b="1" sz="4400" lang="en-US">
                <a:solidFill>
                  <a:srgbClr val="92D04F"/>
                </a:solidFill>
              </a:rPr>
              <a:t>p</a:t>
            </a:r>
            <a:r>
              <a:rPr b="1" sz="4400" lang="en-US">
                <a:solidFill>
                  <a:srgbClr val="92D04F"/>
                </a:solidFill>
              </a:rPr>
              <a:t>u</a:t>
            </a:r>
            <a:r>
              <a:rPr b="1" sz="4400" lang="en-US">
                <a:solidFill>
                  <a:srgbClr val="92D04F"/>
                </a:solidFill>
              </a:rPr>
              <a:t>r</a:t>
            </a:r>
            <a:r>
              <a:rPr b="1" sz="4400" lang="en-US">
                <a:solidFill>
                  <a:srgbClr val="92D04F"/>
                </a:solidFill>
              </a:rPr>
              <a:t>pose 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push dir="u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lastClr="000000" val="windowText"/>
      </a:dk1>
      <a:lt1>
        <a:sysClr lastClr="FFFFFF" val="window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dir="5400000" dist="12700" endPos="32000" rotWithShape="0" stA="26000" sy="-100000"/>
          </a:effectLst>
        </a:effectStyle>
        <a:effectStyle>
          <a:effectLst>
            <a:outerShdw blurRad="38100" dir="5400000" dist="254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dir="tl" rig="threePt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</a:bgFillStyleLst>
    </a:fmtScheme>
  </a:themeElements>
</a:theme>
</file>

<file path=ppt/theme/theme2.xml><?xml version="1.0" encoding="utf-8"?>
<a:theme xmlns:a="http://schemas.openxmlformats.org/drawingml/2006/main" name="Parallax">
  <a:themeElements>
    <a:clrScheme name="Parallax">
      <a:dk1>
        <a:sysClr lastClr="000000" val="windowText"/>
      </a:dk1>
      <a:lt1>
        <a:sysClr lastClr="FFFFFF" val="window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dir="5400000" dist="12700" endPos="32000" rotWithShape="0" stA="26000" sy="-100000"/>
          </a:effectLst>
        </a:effectStyle>
        <a:effectStyle>
          <a:effectLst>
            <a:outerShdw blurRad="38100" dir="5400000" dist="254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dir="tl" rig="threePt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Saman Sarfaraz</dc:creator>
  <cp:lastModifiedBy>Saman Sarfaraz</cp:lastModifiedBy>
  <dcterms:created xsi:type="dcterms:W3CDTF">2025-09-18T18:54:34Z</dcterms:created>
  <dcterms:modified xsi:type="dcterms:W3CDTF">2025-09-27T14:59:29Z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f1229201bcde450b9efad3241f6cfb35</vt:lpwstr>
  </property>
</Properties>
</file>