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Arial Narrow"/>
      <p:regular r:id="rId14"/>
      <p:bold r:id="rId15"/>
      <p:italic r:id="rId16"/>
      <p:boldItalic r:id="rId17"/>
    </p:embeddedFont>
    <p:embeddedFont>
      <p:font typeface="Corbel"/>
      <p:regular r:id="rId18"/>
      <p:bold r:id="rId19"/>
      <p:italic r:id="rId20"/>
      <p:boldItalic r:id="rId21"/>
    </p:embeddedFon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gpCWIrfwGflnEDVQfEL33a0Yn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italic.fntdata"/><Relationship Id="rId11" Type="http://schemas.openxmlformats.org/officeDocument/2006/relationships/slide" Target="slides/slide6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21" Type="http://schemas.openxmlformats.org/officeDocument/2006/relationships/font" Target="fonts/Corbel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ArialNarrow-bold.fntdata"/><Relationship Id="rId14" Type="http://schemas.openxmlformats.org/officeDocument/2006/relationships/font" Target="fonts/ArialNarrow-regular.fntdata"/><Relationship Id="rId17" Type="http://schemas.openxmlformats.org/officeDocument/2006/relationships/font" Target="fonts/ArialNarrow-boldItalic.fntdata"/><Relationship Id="rId16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rbel-bold.fntdata"/><Relationship Id="rId6" Type="http://schemas.openxmlformats.org/officeDocument/2006/relationships/slide" Target="slides/slide1.xml"/><Relationship Id="rId18" Type="http://schemas.openxmlformats.org/officeDocument/2006/relationships/font" Target="fonts/Corbel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139" y="1"/>
            <a:ext cx="3076575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91475" spcFirstLastPara="1" rIns="91475" wrap="square" tIns="457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139" y="9720264"/>
            <a:ext cx="3076575" cy="512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25" lIns="91475" spcFirstLastPara="1" rIns="91475" wrap="square" tIns="45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5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709614" y="4862514"/>
            <a:ext cx="5680075" cy="4605337"/>
          </a:xfrm>
          <a:prstGeom prst="rect">
            <a:avLst/>
          </a:prstGeom>
        </p:spPr>
        <p:txBody>
          <a:bodyPr anchorCtr="0" anchor="t" bIns="45725" lIns="91475" spcFirstLastPara="1" rIns="91475" wrap="square" tIns="457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/>
          <p:nvPr>
            <p:ph idx="2" type="sldImg"/>
          </p:nvPr>
        </p:nvSpPr>
        <p:spPr>
          <a:xfrm>
            <a:off x="990600" y="766763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0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10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10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10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10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455A19"/>
            </a:solidFill>
            <a:ln>
              <a:noFill/>
            </a:ln>
          </p:spPr>
        </p:sp>
        <p:sp>
          <p:nvSpPr>
            <p:cNvPr id="28" name="Google Shape;28;p10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8726"/>
            </a:solidFill>
            <a:ln>
              <a:noFill/>
            </a:ln>
          </p:spPr>
        </p:sp>
        <p:sp>
          <p:nvSpPr>
            <p:cNvPr id="29" name="Google Shape;29;p10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10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6887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5" name="Google Shape;45;p14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6887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46" name="Google Shape;46;p14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3" name="Google Shape;53;p15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1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82" name="Google Shape;82;p20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8" name="Google Shape;108;p2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9" name="Google Shape;109;p24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23" name="Google Shape;123;p2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24" name="Google Shape;124;p2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26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8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6887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158" name="Google Shape;158;p13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59" name="Google Shape;159;p13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688726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160" name="Google Shape;160;p13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61" name="Google Shape;161;p1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9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66" name="Google Shape;166;p2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7" name="Google Shape;167;p2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68" name="Google Shape;168;p2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9" name="Google Shape;169;p2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455A19"/>
            </a:solidFill>
            <a:ln>
              <a:noFill/>
            </a:ln>
          </p:spPr>
        </p:sp>
        <p:sp>
          <p:nvSpPr>
            <p:cNvPr id="170" name="Google Shape;170;p2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8726"/>
            </a:solidFill>
            <a:ln>
              <a:noFill/>
            </a:ln>
          </p:spPr>
        </p:sp>
        <p:sp>
          <p:nvSpPr>
            <p:cNvPr id="171" name="Google Shape;171;p2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2" name="Google Shape;172;p29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6" name="Google Shape;186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2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92" name="Google Shape;192;p32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93" name="Google Shape;193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208" name="Google Shape;208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09" name="Google Shape;209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16" name="Google Shape;216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23" name="Google Shape;22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234" name="Google Shape;234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235" name="Google Shape;235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610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4" name="Google Shape;244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249" name="Google Shape;249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250" name="Google Shape;250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2" name="Google Shape;252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3" name="Google Shape;253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0" name="Google Shape;260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9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9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9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9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19"/>
            </a:solidFill>
            <a:ln>
              <a:noFill/>
            </a:ln>
          </p:spPr>
        </p:sp>
        <p:sp>
          <p:nvSpPr>
            <p:cNvPr id="15" name="Google Shape;15;p9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688726"/>
            </a:solidFill>
            <a:ln>
              <a:noFill/>
            </a:ln>
          </p:spPr>
        </p:sp>
        <p:sp>
          <p:nvSpPr>
            <p:cNvPr id="16" name="Google Shape;16;p9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688726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2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4" name="Google Shape;144;p12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5" name="Google Shape;145;p12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46" name="Google Shape;146;p12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7" name="Google Shape;147;p12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19"/>
            </a:solidFill>
            <a:ln>
              <a:noFill/>
            </a:ln>
          </p:spPr>
        </p:sp>
        <p:sp>
          <p:nvSpPr>
            <p:cNvPr id="148" name="Google Shape;148;p12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688726"/>
            </a:solidFill>
            <a:ln>
              <a:noFill/>
            </a:ln>
          </p:spPr>
        </p:sp>
        <p:sp>
          <p:nvSpPr>
            <p:cNvPr id="149" name="Google Shape;149;p12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0" name="Google Shape;150;p1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688726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688726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2" name="Google Shape;152;p1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3" name="Google Shape;153;p1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"/>
          <p:cNvSpPr txBox="1"/>
          <p:nvPr>
            <p:ph type="ctrTitle"/>
          </p:nvPr>
        </p:nvSpPr>
        <p:spPr>
          <a:xfrm>
            <a:off x="2928938" y="377586"/>
            <a:ext cx="8574087" cy="261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b="1" lang="en-US"/>
            </a:br>
            <a:br>
              <a:rPr b="1" lang="en-US"/>
            </a:br>
            <a:br>
              <a:rPr b="1" lang="en-US"/>
            </a:br>
            <a:br>
              <a:rPr b="1" lang="en-US"/>
            </a:br>
            <a:br>
              <a:rPr b="1" lang="en-US"/>
            </a:br>
            <a:br>
              <a:rPr b="1" lang="en-US"/>
            </a:br>
            <a:r>
              <a:rPr b="1" lang="en-US">
                <a:solidFill>
                  <a:srgbClr val="688726"/>
                </a:solidFill>
                <a:latin typeface="Arial Black"/>
                <a:ea typeface="Arial Black"/>
                <a:cs typeface="Arial Black"/>
                <a:sym typeface="Arial Black"/>
              </a:rPr>
              <a:t>SELF INTRODUCTION </a:t>
            </a:r>
            <a:br>
              <a:rPr b="1" lang="en-US">
                <a:solidFill>
                  <a:srgbClr val="688726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/>
          </a:p>
        </p:txBody>
      </p:sp>
      <p:sp>
        <p:nvSpPr>
          <p:cNvPr id="280" name="Google Shape;280;p1"/>
          <p:cNvSpPr txBox="1"/>
          <p:nvPr>
            <p:ph idx="1" type="subTitle"/>
          </p:nvPr>
        </p:nvSpPr>
        <p:spPr>
          <a:xfrm>
            <a:off x="4514850" y="3149429"/>
            <a:ext cx="6988175" cy="2399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b="1" lang="en-US" sz="3600">
                <a:solidFill>
                  <a:srgbClr val="8B5A0F"/>
                </a:solidFill>
                <a:latin typeface="Arial Narrow"/>
                <a:ea typeface="Arial Narrow"/>
                <a:cs typeface="Arial Narrow"/>
                <a:sym typeface="Arial Narrow"/>
              </a:rPr>
              <a:t>Hello everyone! My name is SAMAN SARFARAZ. I am excited to share about  my self in this presentation.</a:t>
            </a:r>
            <a:endParaRPr b="1" sz="3600">
              <a:solidFill>
                <a:srgbClr val="8B5A0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1" name="Google Shape;281;p1"/>
          <p:cNvSpPr txBox="1"/>
          <p:nvPr/>
        </p:nvSpPr>
        <p:spPr>
          <a:xfrm>
            <a:off x="0" y="2706254"/>
            <a:ext cx="12192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8080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63696B"/>
              </a:buClr>
              <a:buSzPts val="5400"/>
              <a:buFont typeface="Arial Black"/>
              <a:buNone/>
            </a:pPr>
            <a:r>
              <a:rPr b="1" lang="en-US" sz="5400">
                <a:solidFill>
                  <a:srgbClr val="63696B"/>
                </a:solidFill>
                <a:latin typeface="Arial Black"/>
                <a:ea typeface="Arial Black"/>
                <a:cs typeface="Arial Black"/>
                <a:sym typeface="Arial Black"/>
              </a:rPr>
              <a:t>PERSONALITY TRAIT</a:t>
            </a:r>
            <a:endParaRPr/>
          </a:p>
        </p:txBody>
      </p:sp>
      <p:sp>
        <p:nvSpPr>
          <p:cNvPr id="287" name="Google Shape;287;p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85750" rtl="0" algn="ctr"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600">
              <a:solidFill>
                <a:srgbClr val="98CC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285750" rtl="0" algn="ctr">
              <a:spcBef>
                <a:spcPts val="1320"/>
              </a:spcBef>
              <a:spcAft>
                <a:spcPts val="0"/>
              </a:spcAft>
              <a:buSzPts val="5220"/>
              <a:buFont typeface="Arial"/>
              <a:buNone/>
            </a:pPr>
            <a:r>
              <a:t/>
            </a:r>
            <a:endParaRPr sz="3600">
              <a:solidFill>
                <a:srgbClr val="98CC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285750" rtl="0" algn="ctr">
              <a:spcBef>
                <a:spcPts val="1320"/>
              </a:spcBef>
              <a:spcAft>
                <a:spcPts val="0"/>
              </a:spcAft>
              <a:buSzPts val="5220"/>
              <a:buFont typeface="Arial"/>
              <a:buNone/>
            </a:pPr>
            <a:r>
              <a:t/>
            </a:r>
            <a:endParaRPr sz="3600">
              <a:solidFill>
                <a:srgbClr val="98CC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98CC00"/>
                </a:solidFill>
                <a:latin typeface="Arial Narrow"/>
                <a:ea typeface="Arial Narrow"/>
                <a:cs typeface="Arial Narrow"/>
                <a:sym typeface="Arial Narrow"/>
              </a:rPr>
              <a:t>I eager to learn new things.</a:t>
            </a:r>
            <a:endParaRPr>
              <a:solidFill>
                <a:srgbClr val="98CC00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98CC00"/>
                </a:solidFill>
                <a:latin typeface="Arial Narrow"/>
                <a:ea typeface="Arial Narrow"/>
                <a:cs typeface="Arial Narrow"/>
                <a:sym typeface="Arial Narrow"/>
              </a:rPr>
              <a:t>I am determined to achieve my goal, give best effort every time.</a:t>
            </a:r>
            <a:endParaRPr>
              <a:solidFill>
                <a:srgbClr val="98CC00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Font typeface="Arial"/>
              <a:buChar char="•"/>
            </a:pPr>
            <a:r>
              <a:rPr lang="en-US" sz="3600">
                <a:solidFill>
                  <a:srgbClr val="98CC00"/>
                </a:solidFill>
                <a:latin typeface="Arial Narrow"/>
                <a:ea typeface="Arial Narrow"/>
                <a:cs typeface="Arial Narrow"/>
                <a:sym typeface="Arial Narrow"/>
              </a:rPr>
              <a:t>I can handle difficult situation with patience and focus.</a:t>
            </a:r>
            <a:endParaRPr>
              <a:solidFill>
                <a:srgbClr val="98CC00"/>
              </a:solidFill>
            </a:endParaRPr>
          </a:p>
          <a:p>
            <a:pPr indent="0" lvl="0" marL="285750" rtl="0" algn="ctr">
              <a:spcBef>
                <a:spcPts val="132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600">
              <a:solidFill>
                <a:srgbClr val="98CC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285750" rtl="0" algn="ctr">
              <a:spcBef>
                <a:spcPts val="132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600">
              <a:solidFill>
                <a:srgbClr val="98CC00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SzPts val="5220"/>
              <a:buNone/>
            </a:pPr>
            <a:r>
              <a:t/>
            </a:r>
            <a:endParaRPr sz="3600">
              <a:solidFill>
                <a:srgbClr val="98CC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"/>
          <p:cNvSpPr txBox="1"/>
          <p:nvPr>
            <p:ph idx="1" type="body"/>
          </p:nvPr>
        </p:nvSpPr>
        <p:spPr>
          <a:xfrm>
            <a:off x="1772179" y="59615"/>
            <a:ext cx="4780369" cy="218204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960"/>
              <a:buNone/>
            </a:pPr>
            <a:r>
              <a:rPr b="1" lang="en-US" sz="4800">
                <a:solidFill>
                  <a:srgbClr val="98CC00"/>
                </a:solidFill>
              </a:rPr>
              <a:t>HOBBIES AND INTEREST</a:t>
            </a:r>
            <a:endParaRPr b="1" sz="4800">
              <a:solidFill>
                <a:srgbClr val="98CC00"/>
              </a:solidFill>
            </a:endParaRPr>
          </a:p>
        </p:txBody>
      </p:sp>
      <p:sp>
        <p:nvSpPr>
          <p:cNvPr id="293" name="Google Shape;293;p3"/>
          <p:cNvSpPr txBox="1"/>
          <p:nvPr>
            <p:ph idx="2" type="body"/>
          </p:nvPr>
        </p:nvSpPr>
        <p:spPr>
          <a:xfrm>
            <a:off x="1484311" y="2513430"/>
            <a:ext cx="4895056" cy="4322276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Reading ( for gain knowledge)</a:t>
            </a:r>
            <a:endParaRPr sz="3600"/>
          </a:p>
          <a:p>
            <a:pPr indent="-331470" lvl="0" marL="285750" rtl="0" algn="l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 playing sports (to stay active and healthy </a:t>
            </a:r>
            <a:endParaRPr sz="3600"/>
          </a:p>
          <a:p>
            <a:pPr indent="-331470" lvl="0" marL="285750" rtl="0" algn="l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 Watching movies ( inspire and teach a life lesson)</a:t>
            </a:r>
            <a:endParaRPr sz="3600"/>
          </a:p>
        </p:txBody>
      </p:sp>
      <p:sp>
        <p:nvSpPr>
          <p:cNvPr id="294" name="Google Shape;294;p3"/>
          <p:cNvSpPr txBox="1"/>
          <p:nvPr>
            <p:ph idx="3" type="body"/>
          </p:nvPr>
        </p:nvSpPr>
        <p:spPr>
          <a:xfrm>
            <a:off x="6880486" y="-41118"/>
            <a:ext cx="4622537" cy="2325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960"/>
              <a:buNone/>
            </a:pPr>
            <a:r>
              <a:rPr b="1" lang="en-US" sz="4800">
                <a:solidFill>
                  <a:srgbClr val="98CC00"/>
                </a:solidFill>
              </a:rPr>
              <a:t>ACADEMIC ACHIEVEMENT </a:t>
            </a:r>
            <a:endParaRPr sz="4800">
              <a:solidFill>
                <a:srgbClr val="98CC00"/>
              </a:solidFill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6744226" y="2513429"/>
            <a:ext cx="4895056" cy="437364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-33147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688727"/>
              </a:buClr>
              <a:buSzPts val="522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Consistently maintained good garde.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1470" lvl="0" marL="285750" marR="0" rtl="0" algn="l">
              <a:spcBef>
                <a:spcPts val="1320"/>
              </a:spcBef>
              <a:spcAft>
                <a:spcPts val="0"/>
              </a:spcAft>
              <a:buClr>
                <a:srgbClr val="688727"/>
              </a:buClr>
              <a:buSzPts val="522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Secured second position in matric in school.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1470" lvl="0" marL="285750" marR="0" rtl="0" algn="l">
              <a:spcBef>
                <a:spcPts val="1320"/>
              </a:spcBef>
              <a:spcAft>
                <a:spcPts val="0"/>
              </a:spcAft>
              <a:buClr>
                <a:srgbClr val="688727"/>
              </a:buClr>
              <a:buSzPts val="522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Received certificates in quiz cetificate .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8080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"/>
          <p:cNvSpPr txBox="1"/>
          <p:nvPr>
            <p:ph idx="1" type="body"/>
          </p:nvPr>
        </p:nvSpPr>
        <p:spPr>
          <a:xfrm>
            <a:off x="1183359" y="-389373"/>
            <a:ext cx="5196007" cy="219472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b="1" lang="en-US" sz="5400">
                <a:solidFill>
                  <a:srgbClr val="36363D"/>
                </a:solidFill>
              </a:rPr>
              <a:t>Strength </a:t>
            </a:r>
            <a:endParaRPr b="1" sz="5400">
              <a:solidFill>
                <a:srgbClr val="36363D"/>
              </a:solidFill>
            </a:endParaRPr>
          </a:p>
        </p:txBody>
      </p:sp>
      <p:sp>
        <p:nvSpPr>
          <p:cNvPr id="301" name="Google Shape;301;p4"/>
          <p:cNvSpPr txBox="1"/>
          <p:nvPr>
            <p:ph idx="2" type="body"/>
          </p:nvPr>
        </p:nvSpPr>
        <p:spPr>
          <a:xfrm>
            <a:off x="1093400" y="1742910"/>
            <a:ext cx="5467315" cy="467431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-331470" lvl="0" marL="285750" rtl="0" algn="ctr"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98CC00"/>
                </a:solidFill>
              </a:rPr>
              <a:t>. Efficient and good at time management .</a:t>
            </a:r>
            <a:endParaRPr sz="3600">
              <a:solidFill>
                <a:srgbClr val="98CC00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98CC00"/>
                </a:solidFill>
              </a:rPr>
              <a:t>My creativity help me to do work in a better way.</a:t>
            </a:r>
            <a:endParaRPr sz="3600">
              <a:solidFill>
                <a:srgbClr val="98CC00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98CC00"/>
                </a:solidFill>
              </a:rPr>
              <a:t>I focus on improving myself continuously and learning from mistakes </a:t>
            </a:r>
            <a:endParaRPr sz="3600">
              <a:solidFill>
                <a:srgbClr val="98CC00"/>
              </a:solidFill>
            </a:endParaRPr>
          </a:p>
        </p:txBody>
      </p:sp>
      <p:sp>
        <p:nvSpPr>
          <p:cNvPr id="302" name="Google Shape;302;p4"/>
          <p:cNvSpPr txBox="1"/>
          <p:nvPr>
            <p:ph idx="3" type="body"/>
          </p:nvPr>
        </p:nvSpPr>
        <p:spPr>
          <a:xfrm>
            <a:off x="6744227" y="-220340"/>
            <a:ext cx="4622537" cy="199747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b="1" lang="en-US" sz="5400">
                <a:solidFill>
                  <a:srgbClr val="36363D"/>
                </a:solidFill>
              </a:rPr>
              <a:t>Weakness </a:t>
            </a:r>
            <a:endParaRPr b="1" sz="5400">
              <a:solidFill>
                <a:srgbClr val="36363D"/>
              </a:solidFill>
            </a:endParaRPr>
          </a:p>
        </p:txBody>
      </p:sp>
      <p:sp>
        <p:nvSpPr>
          <p:cNvPr id="303" name="Google Shape;303;p4"/>
          <p:cNvSpPr txBox="1"/>
          <p:nvPr>
            <p:ph idx="4" type="body"/>
          </p:nvPr>
        </p:nvSpPr>
        <p:spPr>
          <a:xfrm>
            <a:off x="6607967" y="1777137"/>
            <a:ext cx="4895056" cy="4938708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 fontScale="97222"/>
          </a:bodyPr>
          <a:lstStyle/>
          <a:p>
            <a:pPr indent="-322261" lvl="0" marL="285750" rtl="0" algn="ctr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600">
                <a:solidFill>
                  <a:srgbClr val="98CC00"/>
                </a:solidFill>
              </a:rPr>
              <a:t>Nervous in the front of the public while speaking.</a:t>
            </a:r>
            <a:endParaRPr sz="3600">
              <a:solidFill>
                <a:srgbClr val="98CC00"/>
              </a:solidFill>
            </a:endParaRPr>
          </a:p>
          <a:p>
            <a:pPr indent="-322261" lvl="0" marL="285750" rtl="0" algn="ctr">
              <a:spcBef>
                <a:spcPts val="1300"/>
              </a:spcBef>
              <a:spcAft>
                <a:spcPts val="0"/>
              </a:spcAft>
              <a:buSzPct val="145000"/>
              <a:buChar char="•"/>
            </a:pPr>
            <a:r>
              <a:rPr lang="en-US" sz="3600">
                <a:solidFill>
                  <a:srgbClr val="98CC00"/>
                </a:solidFill>
              </a:rPr>
              <a:t>I can not easily adjust in new environment </a:t>
            </a:r>
            <a:endParaRPr sz="3600">
              <a:solidFill>
                <a:srgbClr val="98CC00"/>
              </a:solidFill>
            </a:endParaRPr>
          </a:p>
          <a:p>
            <a:pPr indent="-322261" lvl="0" marL="285750" rtl="0" algn="ctr">
              <a:spcBef>
                <a:spcPts val="1300"/>
              </a:spcBef>
              <a:spcAft>
                <a:spcPts val="0"/>
              </a:spcAft>
              <a:buSzPct val="145000"/>
              <a:buChar char="•"/>
            </a:pPr>
            <a:r>
              <a:rPr lang="en-US" sz="3600">
                <a:solidFill>
                  <a:srgbClr val="98CC00"/>
                </a:solidFill>
              </a:rPr>
              <a:t>I sometimes become impaintence and reorganized.</a:t>
            </a:r>
            <a:endParaRPr sz="3600">
              <a:solidFill>
                <a:srgbClr val="98CC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"/>
          <p:cNvSpPr txBox="1"/>
          <p:nvPr>
            <p:ph type="title"/>
          </p:nvPr>
        </p:nvSpPr>
        <p:spPr>
          <a:xfrm>
            <a:off x="1484311" y="-28182"/>
            <a:ext cx="10018713" cy="2055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2D04F"/>
              </a:buClr>
              <a:buSzPts val="5400"/>
              <a:buFont typeface="Corbel"/>
              <a:buNone/>
            </a:pPr>
            <a:r>
              <a:rPr b="1" lang="en-US" sz="5400">
                <a:solidFill>
                  <a:srgbClr val="92D04F"/>
                </a:solidFill>
              </a:rPr>
              <a:t>SKIILS LEARNED IN THIS COURSE </a:t>
            </a:r>
            <a:endParaRPr/>
          </a:p>
        </p:txBody>
      </p:sp>
      <p:sp>
        <p:nvSpPr>
          <p:cNvPr id="309" name="Google Shape;309;p5"/>
          <p:cNvSpPr txBox="1"/>
          <p:nvPr>
            <p:ph idx="1" type="body"/>
          </p:nvPr>
        </p:nvSpPr>
        <p:spPr>
          <a:xfrm>
            <a:off x="1484312" y="1742351"/>
            <a:ext cx="10488828" cy="524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Power point (making slide and visual)</a:t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Ms word (document writing)</a:t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Excel ( organizing data and number)</a:t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Programming (gained fundamental knowledge about programming concept and logic)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808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/>
          <p:nvPr>
            <p:ph type="title"/>
          </p:nvPr>
        </p:nvSpPr>
        <p:spPr>
          <a:xfrm>
            <a:off x="1484311" y="145177"/>
            <a:ext cx="10018712" cy="184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6363D"/>
              </a:buClr>
              <a:buSzPts val="5400"/>
              <a:buFont typeface="Corbel"/>
              <a:buNone/>
            </a:pPr>
            <a:r>
              <a:rPr b="1" lang="en-US" sz="5400">
                <a:solidFill>
                  <a:srgbClr val="36363D"/>
                </a:solidFill>
              </a:rPr>
              <a:t>FAVORITE TOPIC </a:t>
            </a:r>
            <a:endParaRPr/>
          </a:p>
        </p:txBody>
      </p:sp>
      <p:sp>
        <p:nvSpPr>
          <p:cNvPr id="315" name="Google Shape;315;p6"/>
          <p:cNvSpPr txBox="1"/>
          <p:nvPr>
            <p:ph idx="2" type="body"/>
          </p:nvPr>
        </p:nvSpPr>
        <p:spPr>
          <a:xfrm>
            <a:off x="1276491" y="1990663"/>
            <a:ext cx="10018713" cy="4444337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i="1" lang="en-US" sz="4000"/>
              <a:t>POWER POINT </a:t>
            </a:r>
            <a:endParaRPr/>
          </a:p>
          <a:p>
            <a:pPr indent="0" lvl="0" marL="0" rtl="0" algn="ctr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SzPts val="5220"/>
              <a:buNone/>
            </a:pPr>
            <a:r>
              <a:rPr i="0" lang="en-US" sz="3600">
                <a:solidFill>
                  <a:srgbClr val="92D04F"/>
                </a:solidFill>
              </a:rPr>
              <a:t>I like it because I can present my idea and thought in a organized way . It helps me turn my brain ideas on a topic into slide that are easy to understand and visually appealing.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 txBox="1"/>
          <p:nvPr>
            <p:ph idx="1" type="body"/>
          </p:nvPr>
        </p:nvSpPr>
        <p:spPr>
          <a:xfrm>
            <a:off x="1443132" y="-55091"/>
            <a:ext cx="4936234" cy="154697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b="1" lang="en-US" sz="5400"/>
              <a:t>FUTURE GOAL </a:t>
            </a:r>
            <a:endParaRPr b="1" sz="5400"/>
          </a:p>
        </p:txBody>
      </p:sp>
      <p:sp>
        <p:nvSpPr>
          <p:cNvPr id="321" name="Google Shape;321;p7"/>
          <p:cNvSpPr txBox="1"/>
          <p:nvPr>
            <p:ph idx="2" type="body"/>
          </p:nvPr>
        </p:nvSpPr>
        <p:spPr>
          <a:xfrm>
            <a:off x="1355643" y="1571659"/>
            <a:ext cx="5023723" cy="5246923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b="0" i="1" lang="en-US" sz="4000">
                <a:solidFill>
                  <a:srgbClr val="92D04F"/>
                </a:solidFill>
              </a:rPr>
              <a:t>TEACHER</a:t>
            </a:r>
            <a:endParaRPr>
              <a:solidFill>
                <a:srgbClr val="36363D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5800"/>
              <a:buNone/>
            </a:pPr>
            <a:r>
              <a:rPr b="1" i="1" lang="en-US" sz="4000">
                <a:solidFill>
                  <a:srgbClr val="36363D"/>
                </a:solidFill>
              </a:rPr>
              <a:t>Why</a:t>
            </a:r>
            <a:endParaRPr>
              <a:solidFill>
                <a:srgbClr val="36363D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36363D"/>
                </a:solidFill>
              </a:rPr>
              <a:t>Share knowledge and inspire student.</a:t>
            </a:r>
            <a:endParaRPr>
              <a:solidFill>
                <a:srgbClr val="36363D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36363D"/>
                </a:solidFill>
              </a:rPr>
              <a:t>Help student to build confidence.</a:t>
            </a:r>
            <a:endParaRPr>
              <a:solidFill>
                <a:srgbClr val="36363D"/>
              </a:solidFill>
            </a:endParaRPr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36363D"/>
                </a:solidFill>
              </a:rPr>
              <a:t>Make education system better.</a:t>
            </a:r>
            <a:endParaRPr>
              <a:solidFill>
                <a:srgbClr val="36363D"/>
              </a:solidFill>
            </a:endParaRPr>
          </a:p>
        </p:txBody>
      </p:sp>
      <p:sp>
        <p:nvSpPr>
          <p:cNvPr id="322" name="Google Shape;322;p7"/>
          <p:cNvSpPr txBox="1"/>
          <p:nvPr>
            <p:ph idx="3" type="body"/>
          </p:nvPr>
        </p:nvSpPr>
        <p:spPr>
          <a:xfrm>
            <a:off x="6620708" y="-11767"/>
            <a:ext cx="4882310" cy="1438498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830"/>
              <a:buNone/>
            </a:pPr>
            <a:r>
              <a:rPr b="1" lang="en-US" sz="5400"/>
              <a:t>ROLE MODEL </a:t>
            </a:r>
            <a:endParaRPr/>
          </a:p>
        </p:txBody>
      </p:sp>
      <p:sp>
        <p:nvSpPr>
          <p:cNvPr id="323" name="Google Shape;323;p7"/>
          <p:cNvSpPr txBox="1"/>
          <p:nvPr>
            <p:ph idx="4" type="body"/>
          </p:nvPr>
        </p:nvSpPr>
        <p:spPr>
          <a:xfrm>
            <a:off x="6729193" y="1571661"/>
            <a:ext cx="4773829" cy="5315414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380"/>
              <a:buNone/>
            </a:pPr>
            <a:r>
              <a:rPr i="1" lang="en-US" sz="4400">
                <a:solidFill>
                  <a:srgbClr val="92D04F"/>
                </a:solidFill>
              </a:rPr>
              <a:t>QUAID-E-AZAM </a:t>
            </a:r>
            <a:endParaRPr/>
          </a:p>
          <a:p>
            <a:pPr indent="0" lvl="0" marL="0" rtl="0" algn="l">
              <a:spcBef>
                <a:spcPts val="1320"/>
              </a:spcBef>
              <a:spcAft>
                <a:spcPts val="0"/>
              </a:spcAft>
              <a:buSzPts val="5220"/>
              <a:buNone/>
            </a:pPr>
            <a:r>
              <a:rPr b="1" i="1" lang="en-US" sz="3600">
                <a:solidFill>
                  <a:srgbClr val="36363D"/>
                </a:solidFill>
              </a:rPr>
              <a:t>Why</a:t>
            </a:r>
            <a:endParaRPr b="1"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solidFill>
                  <a:srgbClr val="36363D"/>
                </a:solidFill>
              </a:rPr>
              <a:t>Inspire me wi</a:t>
            </a:r>
            <a:r>
              <a:rPr b="0" lang="en-US" sz="3600">
                <a:solidFill>
                  <a:srgbClr val="36363D"/>
                </a:solidFill>
              </a:rPr>
              <a:t>th his leadership and vision.</a:t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b="0" lang="en-US" sz="3600">
                <a:solidFill>
                  <a:srgbClr val="36363D"/>
                </a:solidFill>
              </a:rPr>
              <a:t>Taught me the value of hard work and honesty.</a:t>
            </a:r>
            <a:endParaRPr/>
          </a:p>
          <a:p>
            <a:pPr indent="-331470" lvl="0" marL="285750" rtl="0" algn="ctr"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b="0" lang="en-US" sz="3600">
                <a:solidFill>
                  <a:srgbClr val="36363D"/>
                </a:solidFill>
              </a:rPr>
              <a:t>Showed courage in difficult 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808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"/>
          <p:cNvSpPr txBox="1"/>
          <p:nvPr>
            <p:ph idx="1" type="subTitle"/>
          </p:nvPr>
        </p:nvSpPr>
        <p:spPr>
          <a:xfrm>
            <a:off x="4220968" y="476488"/>
            <a:ext cx="6987645" cy="4993929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380"/>
              <a:buNone/>
            </a:pPr>
            <a:r>
              <a:rPr b="1" lang="en-US" sz="4400">
                <a:solidFill>
                  <a:srgbClr val="92D04F"/>
                </a:solidFill>
              </a:rPr>
              <a:t>In conclusion,my strength guide me, my role model inspire me, my goal of becoming a teacher give me purpose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2025-09-16T06:54:34Z</dcterms:created>
  <dc:creator>Saman Sarfaraz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71557e2830bf4c4abfd1f905f2b70088</vt:lpwstr>
  </property>
</Properties>
</file>